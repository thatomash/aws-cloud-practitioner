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g"/>
  <Default Extension="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package/2006/relationships/metadata/thumbnail" Target="docProps/thumbnail.jpeg"/></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5" r:id="rId1"/>
  </p:sldMasterIdLst>
  <p:notesMasterIdLst>
    <p:notesMasterId r:id="rId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7895" cy="9143861"/>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Droid Sans"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000" autoAdjust="0"/>
    <p:restoredTop sz="94660" autoAdjust="0"/>
  </p:normalViewPr>
  <p:slideViewPr>
    <p:cSldViewPr snapToGrid="0">
      <p:cViewPr varScale="1">
        <p:scale>
          <a:sx n="56" d="100"/>
          <a:sy n="56" d="100"/>
        </p:scale>
        <p:origin x="0" y="0"/>
      </p:cViewPr>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&lt;#&gt;</a:t>
            </a:fld>
            <a:endParaRPr lang="zh-CN" altLang="en-US" sz="1200">
              <a:latin typeface="Aptos" pitchFamily="0" charset="0"/>
              <a:ea typeface="等线" pitchFamily="0" charset="0"/>
              <a:cs typeface="Aptos" pitchFamily="0" charset="0"/>
            </a:endParaRPr>
          </a:p>
        </p:txBody>
      </p:sp>
      <p:sp>
        <p:nvSpPr>
          <p:cNvPr id="8" name="Text box"/>
          <p:cNvSpPr>
            <a:spLocks noGrp="1"/>
          </p:cNvSpPr>
          <p:nvPr>
            <p:ph type="hdr"/>
          </p:nvPr>
        </p:nvSpPr>
        <p:spPr>
          <a:xfrm rot="0">
            <a:off x="0" y="0"/>
            <a:ext cx="2971799" cy="458787"/>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Aptos" pitchFamily="0" charset="0"/>
              <a:ea typeface="等线" pitchFamily="0" charset="0"/>
              <a:cs typeface="Aptos" pitchFamily="0" charset="0"/>
            </a:endParaRPr>
          </a:p>
        </p:txBody>
      </p:sp>
      <p:sp>
        <p:nvSpPr>
          <p:cNvPr id="9" name="Text box"/>
          <p:cNvSpPr>
            <a:spLocks noGrp="1"/>
          </p:cNvSpPr>
          <p:nvPr>
            <p:ph type="dt" idx="1"/>
          </p:nvPr>
        </p:nvSpPr>
        <p:spPr>
          <a:xfrm rot="0">
            <a:off x="3884613" y="0"/>
            <a:ext cx="2971800" cy="458787"/>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Aptos" pitchFamily="0" charset="0"/>
                <a:ea typeface="等线" pitchFamily="0" charset="0"/>
                <a:cs typeface="Aptos" pitchFamily="0" charset="0"/>
              </a:rPr>
              <a:t>11/15/2025</a:t>
            </a:fld>
            <a:endParaRPr lang="zh-CN" altLang="en-US" sz="1200">
              <a:latin typeface="Aptos" pitchFamily="0" charset="0"/>
              <a:ea typeface="等线" pitchFamily="0" charset="0"/>
              <a:cs typeface="Aptos" pitchFamily="0" charset="0"/>
            </a:endParaRPr>
          </a:p>
        </p:txBody>
      </p:sp>
      <p:sp>
        <p:nvSpPr>
          <p:cNvPr id="10" name="Object"/>
          <p:cNvSpPr>
            <a:spLocks noGrp="1" noChangeAspect="1"/>
          </p:cNvSpPr>
          <p:nvPr>
            <p:ph type="sldImg" idx="2"/>
          </p:nvPr>
        </p:nvSpPr>
        <p:spPr>
          <a:xfrm rot="0">
            <a:off x="685800" y="1143000"/>
            <a:ext cx="5486400" cy="3086100"/>
          </a:xfrm>
          <a:prstGeom prst="rect"/>
          <a:noFill/>
          <a:ln w="12700" cmpd="sng" cap="flat">
            <a:solidFill>
              <a:srgbClr val="000000"/>
            </a:solidFill>
            <a:prstDash val="solid"/>
            <a:round/>
          </a:ln>
        </p:spPr>
      </p:sp>
      <p:sp>
        <p:nvSpPr>
          <p:cNvPr id="11" name="Text box"/>
          <p:cNvSpPr>
            <a:spLocks noGrp="1"/>
          </p:cNvSpPr>
          <p:nvPr>
            <p:ph type="body" idx="3"/>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12" name="Text box"/>
          <p:cNvSpPr>
            <a:spLocks noGrp="1"/>
          </p:cNvSpPr>
          <p:nvPr>
            <p:ph type="ftr" idx="4"/>
          </p:nvPr>
        </p:nvSpPr>
        <p:spPr>
          <a:xfrm rot="0">
            <a:off x="0" y="8685213"/>
            <a:ext cx="2971799" cy="458787"/>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536560726"/>
      </p:ext>
    </p:extLst>
  </p:cSld>
  <p:clrMap bg1="lt1" tx1="dk1" bg2="lt2" tx2="dk2" accent1="accent1" accent2="accent2" accent3="accent3" accent4="accent4" accent5="accent5" accent6="accent6" hlink="hlink" folHlink="folHlink"/>
  <p:hf sldNum="1"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Aptos" pitchFamily="0" charset="0"/>
        <a:ea typeface="等线" pitchFamily="0" charset="0"/>
        <a:cs typeface="Aptos"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1</a:t>
            </a:fld>
            <a:endParaRPr lang="zh-CN" altLang="en-US" sz="1200">
              <a:latin typeface="Aptos" pitchFamily="0" charset="0"/>
              <a:ea typeface="等线" pitchFamily="0" charset="0"/>
              <a:cs typeface="Aptos" pitchFamily="0" charset="0"/>
            </a:endParaRPr>
          </a:p>
        </p:txBody>
      </p:sp>
      <p:sp>
        <p:nvSpPr>
          <p:cNvPr id="16" name="Object"/>
          <p:cNvSpPr>
            <a:spLocks noGrp="1"/>
          </p:cNvSpPr>
          <p:nvPr>
            <p:ph type="sldImg"/>
          </p:nvPr>
        </p:nvSpPr>
        <p:spPr>
          <a:xfrm rot="0">
            <a:off x="685800" y="1143000"/>
            <a:ext cx="5486400" cy="3086100"/>
          </a:xfrm>
          <a:prstGeom prst="rect"/>
          <a:noFill/>
          <a:ln w="12700" cmpd="sng" cap="flat">
            <a:noFill/>
            <a:prstDash val="solid"/>
            <a:miter/>
          </a:ln>
        </p:spPr>
      </p:sp>
      <p:sp>
        <p:nvSpPr>
          <p:cNvPr id="17"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8"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1</a:t>
            </a:fld>
            <a:endParaRPr lang="zh-CN" altLang="en-US" sz="1200">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1607198973"/>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2</a:t>
            </a:fld>
            <a:endParaRPr lang="zh-CN" altLang="en-US" sz="1200">
              <a:latin typeface="Aptos" pitchFamily="0" charset="0"/>
              <a:ea typeface="等线" pitchFamily="0" charset="0"/>
              <a:cs typeface="Aptos" pitchFamily="0" charset="0"/>
            </a:endParaRPr>
          </a:p>
        </p:txBody>
      </p:sp>
      <p:sp>
        <p:nvSpPr>
          <p:cNvPr id="29" name="Object"/>
          <p:cNvSpPr>
            <a:spLocks noGrp="1"/>
          </p:cNvSpPr>
          <p:nvPr>
            <p:ph type="sldImg"/>
          </p:nvPr>
        </p:nvSpPr>
        <p:spPr>
          <a:xfrm rot="0">
            <a:off x="685800" y="1143000"/>
            <a:ext cx="5486400" cy="3086100"/>
          </a:xfrm>
          <a:prstGeom prst="rect"/>
          <a:noFill/>
          <a:ln w="12700" cmpd="sng" cap="flat">
            <a:noFill/>
            <a:prstDash val="solid"/>
            <a:miter/>
          </a:ln>
        </p:spPr>
      </p:sp>
      <p:sp>
        <p:nvSpPr>
          <p:cNvPr id="30"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31"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2</a:t>
            </a:fld>
            <a:endParaRPr lang="zh-CN" altLang="en-US" sz="1200">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1813278482"/>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3</a:t>
            </a:fld>
            <a:endParaRPr lang="zh-CN" altLang="en-US" sz="1200">
              <a:latin typeface="Aptos" pitchFamily="0" charset="0"/>
              <a:ea typeface="等线" pitchFamily="0" charset="0"/>
              <a:cs typeface="Aptos" pitchFamily="0" charset="0"/>
            </a:endParaRPr>
          </a:p>
        </p:txBody>
      </p:sp>
      <p:sp>
        <p:nvSpPr>
          <p:cNvPr id="43"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3</a:t>
            </a:fld>
            <a:endParaRPr lang="zh-CN" altLang="en-US" sz="1200">
              <a:latin typeface="Aptos" pitchFamily="0" charset="0"/>
              <a:ea typeface="等线" pitchFamily="0" charset="0"/>
              <a:cs typeface="Aptos" pitchFamily="0" charset="0"/>
            </a:endParaRPr>
          </a:p>
        </p:txBody>
      </p:sp>
      <p:sp>
        <p:nvSpPr>
          <p:cNvPr id="44"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45"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46"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Droid Sans" pitchFamily="0" charset="0"/>
                <a:cs typeface="Lucida Sans" pitchFamily="0" charset="0"/>
              </a:rPr>
              <a:t>3</a:t>
            </a:fld>
            <a:endParaRPr lang="zh-CN" altLang="en-US"/>
          </a:p>
        </p:txBody>
      </p:sp>
    </p:spTree>
    <p:extLst>
      <p:ext uri="{BB962C8B-B14F-4D97-AF65-F5344CB8AC3E}">
        <p14:creationId xmlns:p14="http://schemas.microsoft.com/office/powerpoint/2010/main" val="1781536599"/>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4</a:t>
            </a:fld>
            <a:endParaRPr lang="zh-CN" altLang="en-US" sz="1200">
              <a:latin typeface="Aptos" pitchFamily="0" charset="0"/>
              <a:ea typeface="等线" pitchFamily="0" charset="0"/>
              <a:cs typeface="Aptos" pitchFamily="0" charset="0"/>
            </a:endParaRPr>
          </a:p>
        </p:txBody>
      </p:sp>
      <p:sp>
        <p:nvSpPr>
          <p:cNvPr id="64"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4</a:t>
            </a:fld>
            <a:endParaRPr lang="zh-CN" altLang="en-US" sz="1200">
              <a:latin typeface="Aptos" pitchFamily="0" charset="0"/>
              <a:ea typeface="等线" pitchFamily="0" charset="0"/>
              <a:cs typeface="Aptos" pitchFamily="0" charset="0"/>
            </a:endParaRPr>
          </a:p>
        </p:txBody>
      </p:sp>
      <p:sp>
        <p:nvSpPr>
          <p:cNvPr id="65"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66"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pPr marL="228600" indent="-228600">
              <a:buAutoNum type="arabicPeriod"/>
            </a:pPr>
            <a:r>
              <a:rPr lang="en-US" altLang="zh-CN"/>
              <a:t>Lost Revenue</a:t>
            </a:r>
            <a:endParaRPr lang="en-US" altLang="zh-CN"/>
          </a:p>
          <a:p>
            <a:pPr marL="0" indent="0"/>
            <a:r>
              <a:rPr lang="en-US" altLang="zh-CN"/>
              <a:t>Customers turn to competitors with better online booking systems.</a:t>
            </a:r>
            <a:endParaRPr lang="zh-CN" altLang="en-US"/>
          </a:p>
        </p:txBody>
      </p:sp>
      <p:sp>
        <p:nvSpPr>
          <p:cNvPr id="67"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Droid Sans" pitchFamily="0" charset="0"/>
                <a:cs typeface="Lucida Sans" pitchFamily="0" charset="0"/>
              </a:rPr>
              <a:t>4</a:t>
            </a:fld>
            <a:endParaRPr lang="zh-CN" altLang="en-US"/>
          </a:p>
        </p:txBody>
      </p:sp>
    </p:spTree>
    <p:extLst>
      <p:ext uri="{BB962C8B-B14F-4D97-AF65-F5344CB8AC3E}">
        <p14:creationId xmlns:p14="http://schemas.microsoft.com/office/powerpoint/2010/main" val="1629696294"/>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5</a:t>
            </a:fld>
            <a:endParaRPr lang="zh-CN" altLang="en-US" sz="1200">
              <a:latin typeface="Aptos" pitchFamily="0" charset="0"/>
              <a:ea typeface="等线" pitchFamily="0" charset="0"/>
              <a:cs typeface="Aptos" pitchFamily="0" charset="0"/>
            </a:endParaRPr>
          </a:p>
        </p:txBody>
      </p:sp>
      <p:sp>
        <p:nvSpPr>
          <p:cNvPr id="79"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5</a:t>
            </a:fld>
            <a:endParaRPr lang="zh-CN" altLang="en-US" sz="1200">
              <a:latin typeface="Aptos" pitchFamily="0" charset="0"/>
              <a:ea typeface="等线" pitchFamily="0" charset="0"/>
              <a:cs typeface="Aptos" pitchFamily="0" charset="0"/>
            </a:endParaRPr>
          </a:p>
        </p:txBody>
      </p:sp>
      <p:sp>
        <p:nvSpPr>
          <p:cNvPr id="80"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81"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82"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Droid Sans" pitchFamily="0" charset="0"/>
                <a:cs typeface="Lucida Sans" pitchFamily="0" charset="0"/>
              </a:rPr>
              <a:t>5</a:t>
            </a:fld>
            <a:endParaRPr lang="zh-CN" altLang="en-US"/>
          </a:p>
        </p:txBody>
      </p:sp>
    </p:spTree>
    <p:extLst>
      <p:ext uri="{BB962C8B-B14F-4D97-AF65-F5344CB8AC3E}">
        <p14:creationId xmlns:p14="http://schemas.microsoft.com/office/powerpoint/2010/main" val="1161192427"/>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6</a:t>
            </a:fld>
            <a:endParaRPr lang="zh-CN" altLang="en-US" sz="1200">
              <a:latin typeface="Aptos" pitchFamily="0" charset="0"/>
              <a:ea typeface="等线" pitchFamily="0" charset="0"/>
              <a:cs typeface="Aptos" pitchFamily="0" charset="0"/>
            </a:endParaRPr>
          </a:p>
        </p:txBody>
      </p:sp>
      <p:sp>
        <p:nvSpPr>
          <p:cNvPr id="92"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6</a:t>
            </a:fld>
            <a:endParaRPr lang="zh-CN" altLang="en-US" sz="1200">
              <a:latin typeface="Aptos" pitchFamily="0" charset="0"/>
              <a:ea typeface="等线" pitchFamily="0" charset="0"/>
              <a:cs typeface="Aptos" pitchFamily="0" charset="0"/>
            </a:endParaRPr>
          </a:p>
        </p:txBody>
      </p:sp>
      <p:sp>
        <p:nvSpPr>
          <p:cNvPr id="93"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94"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95"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Droid Sans" pitchFamily="0" charset="0"/>
                <a:cs typeface="Lucida Sans" pitchFamily="0" charset="0"/>
              </a:rPr>
              <a:t>6</a:t>
            </a:fld>
            <a:endParaRPr lang="zh-CN" altLang="en-US"/>
          </a:p>
        </p:txBody>
      </p:sp>
    </p:spTree>
    <p:extLst>
      <p:ext uri="{BB962C8B-B14F-4D97-AF65-F5344CB8AC3E}">
        <p14:creationId xmlns:p14="http://schemas.microsoft.com/office/powerpoint/2010/main" val="651552268"/>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7</a:t>
            </a:fld>
            <a:endParaRPr lang="zh-CN" altLang="en-US" sz="1200">
              <a:latin typeface="Aptos" pitchFamily="0" charset="0"/>
              <a:ea typeface="等线" pitchFamily="0" charset="0"/>
              <a:cs typeface="Aptos" pitchFamily="0" charset="0"/>
            </a:endParaRPr>
          </a:p>
        </p:txBody>
      </p:sp>
      <p:sp>
        <p:nvSpPr>
          <p:cNvPr id="109" name="Object"/>
          <p:cNvSpPr>
            <a:spLocks noGrp="1"/>
          </p:cNvSpPr>
          <p:nvPr>
            <p:ph type="sldImg"/>
          </p:nvPr>
        </p:nvSpPr>
        <p:spPr>
          <a:xfrm rot="0">
            <a:off x="685800" y="1143000"/>
            <a:ext cx="5486400" cy="3086100"/>
          </a:xfrm>
          <a:prstGeom prst="rect"/>
          <a:noFill/>
          <a:ln w="12700" cmpd="sng" cap="flat">
            <a:noFill/>
            <a:prstDash val="solid"/>
            <a:miter/>
          </a:ln>
        </p:spPr>
      </p:sp>
      <p:sp>
        <p:nvSpPr>
          <p:cNvPr id="110"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11"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7</a:t>
            </a:fld>
            <a:endParaRPr lang="zh-CN" altLang="en-US" sz="1200">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305373597"/>
      </p:ext>
    </p:extLst>
  </p:cSld>
  <p:clrMapOvr>
    <a:masterClrMapping/>
  </p:clrMapOvr>
</p:notes>
</file>

<file path=ppt/notesSlides/notesSlide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8</a:t>
            </a:fld>
            <a:endParaRPr lang="zh-CN" altLang="en-US" sz="1200">
              <a:latin typeface="Aptos" pitchFamily="0" charset="0"/>
              <a:ea typeface="等线" pitchFamily="0" charset="0"/>
              <a:cs typeface="Aptos" pitchFamily="0" charset="0"/>
            </a:endParaRPr>
          </a:p>
        </p:txBody>
      </p:sp>
      <p:sp>
        <p:nvSpPr>
          <p:cNvPr id="132" name="Object"/>
          <p:cNvSpPr>
            <a:spLocks noGrp="1"/>
          </p:cNvSpPr>
          <p:nvPr>
            <p:ph type="sldImg"/>
          </p:nvPr>
        </p:nvSpPr>
        <p:spPr>
          <a:xfrm rot="0">
            <a:off x="685800" y="1143000"/>
            <a:ext cx="5486400" cy="3086100"/>
          </a:xfrm>
          <a:prstGeom prst="rect"/>
          <a:noFill/>
          <a:ln w="12700" cmpd="sng" cap="flat">
            <a:noFill/>
            <a:prstDash val="solid"/>
            <a:miter/>
          </a:ln>
        </p:spPr>
      </p:sp>
      <p:sp>
        <p:nvSpPr>
          <p:cNvPr id="133"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34"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8</a:t>
            </a:fld>
            <a:endParaRPr lang="zh-CN" altLang="en-US" sz="1200">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1530378008"/>
      </p:ext>
    </p:extLst>
  </p:cSld>
  <p:clrMapOvr>
    <a:masterClrMapping/>
  </p:clrMapOvr>
</p:notes>
</file>

<file path=ppt/notesSlides/notesSlide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9</a:t>
            </a:fld>
            <a:endParaRPr lang="zh-CN" altLang="en-US" sz="1200">
              <a:latin typeface="Aptos" pitchFamily="0" charset="0"/>
              <a:ea typeface="等线" pitchFamily="0" charset="0"/>
              <a:cs typeface="Aptos" pitchFamily="0" charset="0"/>
            </a:endParaRPr>
          </a:p>
        </p:txBody>
      </p:sp>
      <p:sp>
        <p:nvSpPr>
          <p:cNvPr id="137" name="Object"/>
          <p:cNvSpPr>
            <a:spLocks noGrp="1"/>
          </p:cNvSpPr>
          <p:nvPr>
            <p:ph type="sldImg"/>
          </p:nvPr>
        </p:nvSpPr>
        <p:spPr>
          <a:xfrm rot="0">
            <a:off x="685800" y="1143000"/>
            <a:ext cx="5486400" cy="3086100"/>
          </a:xfrm>
          <a:prstGeom prst="rect"/>
          <a:noFill/>
          <a:ln w="12700" cmpd="sng" cap="flat">
            <a:noFill/>
            <a:prstDash val="solid"/>
            <a:miter/>
          </a:ln>
        </p:spPr>
      </p:sp>
      <p:sp>
        <p:nvSpPr>
          <p:cNvPr id="138"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39"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9</a:t>
            </a:fld>
            <a:endParaRPr lang="zh-CN" altLang="en-US" sz="1200">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1813146974"/>
      </p:ext>
    </p:extLst>
  </p:cSld>
  <p:clrMapOvr>
    <a:masterClrMapping/>
  </p:clrMapOvr>
</p:notes>
</file>

<file path=ppt/notesSlides/notesSlide1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10</a:t>
            </a:fld>
            <a:endParaRPr lang="zh-CN" altLang="en-US" sz="1200">
              <a:latin typeface="Aptos" pitchFamily="0" charset="0"/>
              <a:ea typeface="等线" pitchFamily="0" charset="0"/>
              <a:cs typeface="Aptos" pitchFamily="0" charset="0"/>
            </a:endParaRPr>
          </a:p>
        </p:txBody>
      </p:sp>
      <p:sp>
        <p:nvSpPr>
          <p:cNvPr id="158"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10</a:t>
            </a:fld>
            <a:endParaRPr lang="zh-CN" altLang="en-US" sz="1200">
              <a:latin typeface="Aptos" pitchFamily="0" charset="0"/>
              <a:ea typeface="等线" pitchFamily="0" charset="0"/>
              <a:cs typeface="Aptos" pitchFamily="0" charset="0"/>
            </a:endParaRPr>
          </a:p>
        </p:txBody>
      </p:sp>
      <p:sp>
        <p:nvSpPr>
          <p:cNvPr id="159"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60"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61"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Droid Sans" pitchFamily="0" charset="0"/>
                <a:cs typeface="Lucida Sans" pitchFamily="0" charset="0"/>
              </a:rPr>
              <a:t>10</a:t>
            </a:fld>
            <a:endParaRPr lang="zh-CN" altLang="en-US"/>
          </a:p>
        </p:txBody>
      </p:sp>
    </p:spTree>
    <p:extLst>
      <p:ext uri="{BB962C8B-B14F-4D97-AF65-F5344CB8AC3E}">
        <p14:creationId xmlns:p14="http://schemas.microsoft.com/office/powerpoint/2010/main" val="1431348652"/>
      </p:ext>
    </p:extLst>
  </p:cSld>
  <p:clrMapOvr>
    <a:masterClrMapping/>
  </p:clrMapOvr>
</p:notes>
</file>

<file path=ppt/notesSlides/notesSlide1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11</a:t>
            </a:fld>
            <a:endParaRPr lang="zh-CN" altLang="en-US" sz="1200">
              <a:latin typeface="Aptos" pitchFamily="0" charset="0"/>
              <a:ea typeface="等线" pitchFamily="0" charset="0"/>
              <a:cs typeface="Aptos" pitchFamily="0" charset="0"/>
            </a:endParaRPr>
          </a:p>
        </p:txBody>
      </p:sp>
      <p:sp>
        <p:nvSpPr>
          <p:cNvPr id="180" name="Object"/>
          <p:cNvSpPr>
            <a:spLocks noGrp="1"/>
          </p:cNvSpPr>
          <p:nvPr>
            <p:ph type="sldImg"/>
          </p:nvPr>
        </p:nvSpPr>
        <p:spPr>
          <a:xfrm rot="0">
            <a:off x="685800" y="1143000"/>
            <a:ext cx="5486400" cy="3086100"/>
          </a:xfrm>
          <a:prstGeom prst="rect"/>
          <a:noFill/>
          <a:ln w="12700" cmpd="sng" cap="flat">
            <a:noFill/>
            <a:prstDash val="solid"/>
            <a:miter/>
          </a:ln>
        </p:spPr>
      </p:sp>
      <p:sp>
        <p:nvSpPr>
          <p:cNvPr id="181"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82"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11</a:t>
            </a:fld>
            <a:endParaRPr lang="zh-CN" altLang="en-US" sz="1200">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892466693"/>
      </p:ext>
    </p:extLst>
  </p:cSld>
  <p:clrMapOvr>
    <a:masterClrMapping/>
  </p:clrMapOvr>
</p:notes>
</file>

<file path=ppt/notesSlides/notesSlide1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Text box"/>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12</a:t>
            </a:fld>
            <a:endParaRPr lang="zh-CN" altLang="en-US" sz="1200">
              <a:latin typeface="Aptos" pitchFamily="0" charset="0"/>
              <a:ea typeface="等线" pitchFamily="0" charset="0"/>
              <a:cs typeface="Aptos" pitchFamily="0" charset="0"/>
            </a:endParaRPr>
          </a:p>
        </p:txBody>
      </p:sp>
      <p:sp>
        <p:nvSpPr>
          <p:cNvPr id="191"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Aptos" pitchFamily="0" charset="0"/>
                <a:ea typeface="等线" pitchFamily="0" charset="0"/>
                <a:cs typeface="Aptos" pitchFamily="0" charset="0"/>
              </a:rPr>
              <a:t>12</a:t>
            </a:fld>
            <a:endParaRPr lang="zh-CN" altLang="en-US" sz="1200">
              <a:latin typeface="Aptos" pitchFamily="0" charset="0"/>
              <a:ea typeface="等线" pitchFamily="0" charset="0"/>
              <a:cs typeface="Aptos" pitchFamily="0" charset="0"/>
            </a:endParaRPr>
          </a:p>
        </p:txBody>
      </p:sp>
      <p:sp>
        <p:nvSpPr>
          <p:cNvPr id="192" name="Object"/>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93" name="Text box"/>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
        <p:nvSpPr>
          <p:cNvPr id="194" name="Rectangles"/>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t" anchorCtr="0">
            <a:prstTxWarp prst="textNoShape"/>
          </a:bodyPr>
          <a:lstStyle/>
          <a:p>
            <a:fld id="{CAD2D6BD-DE1B-4B5F-8B41-2702339687B9}" type="slidenum">
              <a:rPr lang="en-US" altLang="zh-CN" sz="1800" b="0" i="0" u="none" strike="noStrike" kern="1200" cap="none" spc="0" baseline="0">
                <a:solidFill>
                  <a:schemeClr val="tx1"/>
                </a:solidFill>
                <a:latin typeface="Droid Sans" pitchFamily="0" charset="0"/>
                <a:ea typeface="Droid Sans" pitchFamily="0" charset="0"/>
                <a:cs typeface="Lucida Sans" pitchFamily="0" charset="0"/>
              </a:rPr>
              <a:t>12</a:t>
            </a:fld>
            <a:endParaRPr lang="zh-CN" altLang="en-US"/>
          </a:p>
        </p:txBody>
      </p:sp>
    </p:spTree>
    <p:extLst>
      <p:ext uri="{BB962C8B-B14F-4D97-AF65-F5344CB8AC3E}">
        <p14:creationId xmlns:p14="http://schemas.microsoft.com/office/powerpoint/2010/main" val="817359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Text box"/>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Text box"/>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222406732"/>
      </p:ext>
    </p:extLst>
  </p:cSld>
  <p:clrMapOvr>
    <a:masterClrMapping/>
  </p:clrMapOvr>
</p:sldLayout>
</file>

<file path=ppt/slideLayouts/slideLayout2.xml><?xml version="1.0" encoding="utf-8"?>
<p:sldLayout xmlns:p="http://schemas.openxmlformats.org/presentationml/2006/main" xmlns:a="http://schemas.openxmlformats.org/drawingml/2006/main" xmlns:r="http://schemas.openxmlformats.org/officeDocument/2006/relationships"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62315989"/>
      </p:ext>
    </p:extLst>
  </p:cSld>
  <p:clrMapOvr>
    <a:masterClrMapping/>
  </p:clrMapOvr>
</p:sldLayout>
</file>

<file path=ppt/slideLayouts/slideLayout3.xml><?xml version="1.0" encoding="utf-8"?>
<p:sldLayout xmlns:p="http://schemas.openxmlformats.org/presentationml/2006/main" xmlns:a="http://schemas.openxmlformats.org/drawingml/2006/main" xmlns:r="http://schemas.openxmlformats.org/officeDocument/2006/relationships"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026348713"/>
      </p:ext>
    </p:extLst>
  </p:cSld>
  <p:clrMapOvr>
    <a:masterClrMapping/>
  </p:clrMapOvr>
</p:sldLayout>
</file>

<file path=ppt/slideLayouts/slideLayout4.xml><?xml version="1.0" encoding="utf-8"?>
<p:sldLayout xmlns:p="http://schemas.openxmlformats.org/presentationml/2006/main" xmlns:a="http://schemas.openxmlformats.org/drawingml/2006/main" xmlns:r="http://schemas.openxmlformats.org/officeDocument/2006/relationships"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71752662"/>
      </p:ext>
    </p:extLst>
  </p:cSld>
  <p:clrMapOvr>
    <a:masterClrMapping/>
  </p:clrMapOvr>
</p:sldLayout>
</file>

<file path=ppt/slideLayouts/slideLayout5.xml><?xml version="1.0" encoding="utf-8"?>
<p:sldLayout xmlns:p="http://schemas.openxmlformats.org/presentationml/2006/main" xmlns:a="http://schemas.openxmlformats.org/drawingml/2006/main" xmlns:r="http://schemas.openxmlformats.org/officeDocument/2006/relationships"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8" name="Text box"/>
          <p:cNvSpPr>
            <a:spLocks noGrp="1"/>
          </p:cNvSpPr>
          <p:nvPr>
            <p:ph type="ftr" sz="quarter" idx="11"/>
          </p:nvPr>
        </p:nvSpPr>
        <p:spPr/>
        <p:txBody>
          <a:bodyPr/>
          <a:lstStyle/>
          <a:p>
            <a:endParaRPr lang="zh-CN" altLang="en-US"/>
          </a:p>
        </p:txBody>
      </p:sp>
      <p:sp>
        <p:nvSpPr>
          <p:cNvPr id="9"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942039347"/>
      </p:ext>
    </p:extLst>
  </p:cSld>
  <p:clrMapOvr>
    <a:masterClrMapping/>
  </p:clrMapOvr>
</p:sldLayout>
</file>

<file path=ppt/slideLayouts/slideLayout6.xml><?xml version="1.0" encoding="utf-8"?>
<p:sldLayout xmlns:p="http://schemas.openxmlformats.org/presentationml/2006/main" xmlns:a="http://schemas.openxmlformats.org/drawingml/2006/main" xmlns:r="http://schemas.openxmlformats.org/officeDocument/2006/relationships"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4" name="Text box"/>
          <p:cNvSpPr>
            <a:spLocks noGrp="1"/>
          </p:cNvSpPr>
          <p:nvPr>
            <p:ph type="ftr" sz="quarter" idx="11"/>
          </p:nvPr>
        </p:nvSpPr>
        <p:spPr/>
        <p:txBody>
          <a:bodyPr/>
          <a:lstStyle/>
          <a:p>
            <a:endParaRPr lang="zh-CN" altLang="en-US"/>
          </a:p>
        </p:txBody>
      </p:sp>
      <p:sp>
        <p:nvSpPr>
          <p:cNvPr id="5"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516477810"/>
      </p:ext>
    </p:extLst>
  </p:cSld>
  <p:clrMapOvr>
    <a:masterClrMapping/>
  </p:clrMapOvr>
</p:sldLayout>
</file>

<file path=ppt/slideLayouts/slideLayout7.xml><?xml version="1.0" encoding="utf-8"?>
<p:sldLayout xmlns:p="http://schemas.openxmlformats.org/presentationml/2006/main" xmlns:a="http://schemas.openxmlformats.org/drawingml/2006/main" xmlns:r="http://schemas.openxmlformats.org/officeDocument/2006/relationships" type="blank" preserve="1">
  <p:cSld name="空白">
    <p:spTree>
      <p:nvGrpSpPr>
        <p:cNvPr id="1" name=""/>
        <p:cNvGrpSpPr/>
        <p:nvPr/>
      </p:nvGrpSpPr>
      <p:grpSpPr>
        <a:xfrm>
          <a:off x="0" y="0"/>
          <a:ext cx="0" cy="0"/>
          <a:chOff x="0" y="0"/>
          <a:chExt cx="0" cy="0"/>
        </a:xfrm>
      </p:grpSpPr>
      <p:sp>
        <p:nvSpPr>
          <p:cNvPr id="2"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3" name="Text box"/>
          <p:cNvSpPr>
            <a:spLocks noGrp="1"/>
          </p:cNvSpPr>
          <p:nvPr>
            <p:ph type="ftr" sz="quarter" idx="11"/>
          </p:nvPr>
        </p:nvSpPr>
        <p:spPr/>
        <p:txBody>
          <a:bodyPr/>
          <a:lstStyle/>
          <a:p>
            <a:endParaRPr lang="zh-CN" altLang="en-US"/>
          </a:p>
        </p:txBody>
      </p:sp>
      <p:sp>
        <p:nvSpPr>
          <p:cNvPr id="4"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898393564"/>
      </p:ext>
    </p:extLst>
  </p:cSld>
  <p:clrMapOvr>
    <a:masterClrMapping/>
  </p:clrMapOvr>
</p:sldLayout>
</file>

<file path=ppt/slideLayouts/slideLayout8.xml><?xml version="1.0" encoding="utf-8"?>
<p:sldLayout xmlns:p="http://schemas.openxmlformats.org/presentationml/2006/main" xmlns:a="http://schemas.openxmlformats.org/drawingml/2006/main" xmlns:r="http://schemas.openxmlformats.org/officeDocument/2006/relationships"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568986281"/>
      </p:ext>
    </p:extLst>
  </p:cSld>
  <p:clrMapOvr>
    <a:masterClrMapping/>
  </p:clrMapOvr>
</p:sldLayout>
</file>

<file path=ppt/slideLayouts/slideLayout9.xml><?xml version="1.0" encoding="utf-8"?>
<p:sldLayout xmlns:p="http://schemas.openxmlformats.org/presentationml/2006/main" xmlns:a="http://schemas.openxmlformats.org/drawingml/2006/main" xmlns:r="http://schemas.openxmlformats.org/officeDocument/2006/relationships"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428525152"/>
      </p:ext>
    </p:extLst>
  </p:cSld>
  <p:clrMapOvr>
    <a:masterClrMapping/>
  </p:clrMapOvr>
</p:sldLayout>
</file>

<file path=ppt/slideLayouts/slideLayout10.xml><?xml version="1.0" encoding="utf-8"?>
<p:sldLayout xmlns:p="http://schemas.openxmlformats.org/presentationml/2006/main" xmlns:a="http://schemas.openxmlformats.org/drawingml/2006/main" xmlns:r="http://schemas.openxmlformats.org/officeDocument/2006/relationships"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1771217294"/>
      </p:ext>
    </p:extLst>
  </p:cSld>
  <p:clrMapOvr>
    <a:masterClrMapping/>
  </p:clrMapOvr>
</p:sldLayout>
</file>

<file path=ppt/slideLayouts/slideLayout11.xml><?xml version="1.0" encoding="utf-8"?>
<p:sldLayout xmlns:p="http://schemas.openxmlformats.org/presentationml/2006/main" xmlns:a="http://schemas.openxmlformats.org/drawingml/2006/main" xmlns:r="http://schemas.openxmlformats.org/officeDocument/2006/relationships"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
            </a:fld>
            <a:endParaRPr lang="zh-CN" altLang="en-US"/>
          </a:p>
        </p:txBody>
      </p:sp>
    </p:spTree>
    <p:extLst>
      <p:ext uri="{BB962C8B-B14F-4D97-AF65-F5344CB8AC3E}">
        <p14:creationId xmlns:p14="http://schemas.microsoft.com/office/powerpoint/2010/main" val="22845942"/>
      </p:ext>
    </p:extLst>
  </p:cSld>
  <p:clrMapOvr>
    <a:masterClrMapping/>
  </p:clrMapOvr>
</p:sldLayout>
</file>

<file path=ppt/slideLayouts/slideLayout12.xml><?xml version="1.0" encoding="utf-8"?>
<p:sldLayout xmlns:p="http://schemas.openxmlformats.org/presentationml/2006/main" xmlns:a="http://schemas.openxmlformats.org/drawingml/2006/main" xmlns:r="http://schemas.openxmlformats.org/officeDocument/2006/relationships" showMasterSp="0" preserve="1">
  <p:cSld name="自定义版式">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9272751"/>
      </p:ext>
    </p:extLst>
  </p:cSld>
  <p:clrMapOvr>
    <a:masterClrMapping/>
  </p:clrMapOvr>
  <p:hf sldNum="0"/>
</p:sldLayout>
</file>

<file path=ppt/slideLayouts/slideLayout13.xml><?xml version="1.0" encoding="utf-8"?>
<p:sldLayout xmlns:p="http://schemas.openxmlformats.org/presentationml/2006/main" xmlns:a="http://schemas.openxmlformats.org/drawingml/2006/main" xmlns:r="http://schemas.openxmlformats.org/officeDocument/2006/relationships" showMasterSp="0" preserve="1">
  <p:cSld name="自定义版式">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sp>
        <p:nvSpPr>
          <p:cNvPr id="19" name="Text box"/>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20" name="Text box"/>
          <p:cNvSpPr>
            <a:spLocks noGrp="1"/>
          </p:cNvSpPr>
          <p:nvPr>
            <p:ph type="body" idx="1"/>
          </p:nvPr>
        </p:nvSpPr>
        <p:spPr>
          <a:xfrm rot="0">
            <a:off x="838200" y="1825625"/>
            <a:ext cx="5181599" cy="4351338"/>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21" name="Text box"/>
          <p:cNvSpPr>
            <a:spLocks noGrp="1"/>
          </p:cNvSpPr>
          <p:nvPr>
            <p:ph type="body" idx="2"/>
          </p:nvPr>
        </p:nvSpPr>
        <p:spPr>
          <a:xfrm rot="0">
            <a:off x="6172200" y="1825625"/>
            <a:ext cx="5181599" cy="4351338"/>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22" name="Text box"/>
          <p:cNvSpPr>
            <a:spLocks noGrp="1"/>
          </p:cNvSpPr>
          <p:nvPr>
            <p:ph type="dt" idx="10"/>
          </p:nvPr>
        </p:nvSpPr>
        <p:spPr>
          <a:xfrm rot="0">
            <a:off x="8382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l"/>
            <a:r>
              <a:rPr lang="en-US" altLang="zh-CN" sz="1200">
                <a:solidFill>
                  <a:srgbClr val="FFFFFF"/>
                </a:solidFill>
                <a:latin typeface="Aptos" pitchFamily="0" charset="0"/>
                <a:ea typeface="等线" pitchFamily="0" charset="0"/>
                <a:cs typeface="Aptos" pitchFamily="0" charset="0"/>
              </a:rPr>
              <a:t>Date/Time</a:t>
            </a:r>
            <a:endParaRPr lang="zh-CN" altLang="en-US" sz="1200">
              <a:solidFill>
                <a:srgbClr val="FFFFFF"/>
              </a:solidFill>
              <a:latin typeface="Aptos" pitchFamily="0" charset="0"/>
              <a:ea typeface="等线" pitchFamily="0" charset="0"/>
              <a:cs typeface="Aptos" pitchFamily="0" charset="0"/>
            </a:endParaRPr>
          </a:p>
        </p:txBody>
      </p:sp>
      <p:sp>
        <p:nvSpPr>
          <p:cNvPr id="23" name="Text box"/>
          <p:cNvSpPr>
            <a:spLocks noGrp="1"/>
          </p:cNvSpPr>
          <p:nvPr>
            <p:ph type="ftr"/>
          </p:nvPr>
        </p:nvSpPr>
        <p:spPr>
          <a:xfrm rot="0">
            <a:off x="4038600" y="6356349"/>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algn="ctr"/>
            <a:endParaRPr lang="zh-CN" altLang="en-US" sz="1200">
              <a:solidFill>
                <a:srgbClr val="FFFFFF"/>
              </a:solidFill>
              <a:latin typeface="Aptos" pitchFamily="0" charset="0"/>
              <a:ea typeface="等线" pitchFamily="0" charset="0"/>
              <a:cs typeface="Aptos" pitchFamily="0" charset="0"/>
            </a:endParaRPr>
          </a:p>
        </p:txBody>
      </p:sp>
      <p:sp>
        <p:nvSpPr>
          <p:cNvPr id="24" name="Text box"/>
          <p:cNvSpPr>
            <a:spLocks noGrp="1"/>
          </p:cNvSpPr>
          <p:nvPr>
            <p:ph type="sldNum"/>
          </p:nvPr>
        </p:nvSpPr>
        <p:spPr>
          <a:xfrm rot="0">
            <a:off x="86106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FFFFFF"/>
                </a:solidFill>
                <a:latin typeface="Aptos" pitchFamily="0" charset="0"/>
                <a:ea typeface="等线" pitchFamily="0" charset="0"/>
                <a:cs typeface="Aptos" pitchFamily="0" charset="0"/>
              </a:rPr>
              <a:t>&lt;#&gt;</a:t>
            </a:fld>
            <a:endParaRPr lang="zh-CN" altLang="en-US" sz="1200">
              <a:solidFill>
                <a:srgbClr val="FFFFFF"/>
              </a:solidFill>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2025368498"/>
      </p:ext>
    </p:extLst>
  </p:cSld>
  <p:clrMapOvr>
    <a:masterClrMapping/>
  </p:clrMapOvr>
  <p:hf sldNum="0"/>
</p:sldLayout>
</file>

<file path=ppt/slideLayouts/slideLayout14.xml><?xml version="1.0" encoding="utf-8"?>
<p:sldLayout xmlns:p="http://schemas.openxmlformats.org/presentationml/2006/main" xmlns:a="http://schemas.openxmlformats.org/drawingml/2006/main" xmlns:r="http://schemas.openxmlformats.org/officeDocument/2006/relationships" showMasterSp="0" preserve="1">
  <p:cSld name="自定义版式">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sp>
        <p:nvSpPr>
          <p:cNvPr id="47" name="Text box"/>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48" name="Text box"/>
          <p:cNvSpPr>
            <a:spLocks noGrp="1"/>
          </p:cNvSpPr>
          <p:nvPr>
            <p:ph type="dt" idx="10"/>
          </p:nvPr>
        </p:nvSpPr>
        <p:spPr>
          <a:xfrm rot="0">
            <a:off x="8382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l"/>
            <a:r>
              <a:rPr lang="en-US" altLang="zh-CN" sz="1200">
                <a:solidFill>
                  <a:srgbClr val="FFFFFF"/>
                </a:solidFill>
                <a:latin typeface="Aptos" pitchFamily="0" charset="0"/>
                <a:ea typeface="等线" pitchFamily="0" charset="0"/>
                <a:cs typeface="Aptos" pitchFamily="0" charset="0"/>
              </a:rPr>
              <a:t>Date/Time</a:t>
            </a:r>
            <a:endParaRPr lang="zh-CN" altLang="en-US" sz="1200">
              <a:solidFill>
                <a:srgbClr val="FFFFFF"/>
              </a:solidFill>
              <a:latin typeface="Aptos" pitchFamily="0" charset="0"/>
              <a:ea typeface="等线" pitchFamily="0" charset="0"/>
              <a:cs typeface="Aptos" pitchFamily="0" charset="0"/>
            </a:endParaRPr>
          </a:p>
        </p:txBody>
      </p:sp>
      <p:sp>
        <p:nvSpPr>
          <p:cNvPr id="49" name="Text box"/>
          <p:cNvSpPr>
            <a:spLocks noGrp="1"/>
          </p:cNvSpPr>
          <p:nvPr>
            <p:ph type="ftr"/>
          </p:nvPr>
        </p:nvSpPr>
        <p:spPr>
          <a:xfrm rot="0">
            <a:off x="4038600" y="6356349"/>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algn="ctr"/>
            <a:endParaRPr lang="zh-CN" altLang="en-US" sz="1200">
              <a:solidFill>
                <a:srgbClr val="FFFFFF"/>
              </a:solidFill>
              <a:latin typeface="Aptos" pitchFamily="0" charset="0"/>
              <a:ea typeface="等线" pitchFamily="0" charset="0"/>
              <a:cs typeface="Aptos" pitchFamily="0" charset="0"/>
            </a:endParaRPr>
          </a:p>
        </p:txBody>
      </p:sp>
      <p:sp>
        <p:nvSpPr>
          <p:cNvPr id="50" name="Text box"/>
          <p:cNvSpPr>
            <a:spLocks noGrp="1"/>
          </p:cNvSpPr>
          <p:nvPr>
            <p:ph type="sldNum"/>
          </p:nvPr>
        </p:nvSpPr>
        <p:spPr>
          <a:xfrm rot="0">
            <a:off x="86106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FFFFFF"/>
                </a:solidFill>
                <a:latin typeface="Aptos" pitchFamily="0" charset="0"/>
                <a:ea typeface="等线" pitchFamily="0" charset="0"/>
                <a:cs typeface="Aptos" pitchFamily="0" charset="0"/>
              </a:rPr>
              <a:t>&lt;#&gt;</a:t>
            </a:fld>
            <a:endParaRPr lang="zh-CN" altLang="en-US" sz="1200">
              <a:solidFill>
                <a:srgbClr val="FFFFFF"/>
              </a:solidFill>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1228122164"/>
      </p:ext>
    </p:extLst>
  </p:cSld>
  <p:clrMapOvr>
    <a:masterClrMapping/>
  </p:clrMapOvr>
  <p:hf sldNum="0"/>
</p:sldLayout>
</file>

<file path=ppt/slideLayouts/slideLayout15.xml><?xml version="1.0" encoding="utf-8"?>
<p:sldLayout xmlns:p="http://schemas.openxmlformats.org/presentationml/2006/main" xmlns:a="http://schemas.openxmlformats.org/drawingml/2006/main" xmlns:r="http://schemas.openxmlformats.org/officeDocument/2006/relationships" showMasterSp="0" preserve="1">
  <p:cSld name="自定义版式">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sp>
        <p:nvSpPr>
          <p:cNvPr id="83" name="Text box"/>
          <p:cNvSpPr>
            <a:spLocks noGrp="1"/>
          </p:cNvSpPr>
          <p:nvPr>
            <p:ph type="title"/>
          </p:nvPr>
        </p:nvSpPr>
        <p:spPr>
          <a:xfrm rot="0">
            <a:off x="839788" y="457200"/>
            <a:ext cx="3932237" cy="1600200"/>
          </a:xfrm>
          <a:prstGeom prst="rect"/>
          <a:noFill/>
          <a:ln w="12700" cmpd="sng" cap="flat">
            <a:noFill/>
            <a:prstDash val="solid"/>
            <a:miter/>
          </a:ln>
        </p:spPr>
        <p:txBody>
          <a:bodyPr vert="horz" wrap="square" lIns="91440" tIns="45720" rIns="91440" bIns="45720" anchor="b" anchorCtr="0">
            <a:prstTxWarp prst="textNoShape"/>
          </a:bodyPr>
          <a:lstStyle/>
          <a:p>
            <a:r>
              <a:rPr lang="en-US" altLang="zh-CN" sz="3200"/>
              <a:t>Click to edit Master title style</a:t>
            </a:r>
            <a:endParaRPr lang="zh-CN" altLang="en-US" sz="3200"/>
          </a:p>
        </p:txBody>
      </p:sp>
      <p:sp>
        <p:nvSpPr>
          <p:cNvPr id="84" name="Text box"/>
          <p:cNvSpPr>
            <a:spLocks noGrp="1"/>
          </p:cNvSpPr>
          <p:nvPr>
            <p:ph type="body" idx="1"/>
          </p:nvPr>
        </p:nvSpPr>
        <p:spPr>
          <a:xfrm rot="0">
            <a:off x="5183188" y="987425"/>
            <a:ext cx="6172200" cy="4873625"/>
          </a:xfrm>
          <a:prstGeom prst="rect"/>
          <a:noFill/>
          <a:ln w="12700" cmpd="sng" cap="flat">
            <a:noFill/>
            <a:prstDash val="solid"/>
            <a:miter/>
          </a:ln>
        </p:spPr>
        <p:txBody>
          <a:bodyPr vert="horz" wrap="square" lIns="91440" tIns="45720" rIns="91440" bIns="45720" anchor="t" anchorCtr="0">
            <a:prstTxWarp prst="textNoShape"/>
          </a:bodyPr>
          <a:lstStyle/>
          <a:p>
            <a:r>
              <a:rPr lang="en-US" altLang="zh-CN" sz="3200"/>
              <a:t>Click to edit Master text styles</a:t>
            </a:r>
            <a:endParaRPr lang="en-US" altLang="zh-CN" sz="3200"/>
          </a:p>
          <a:p>
            <a:pPr lvl="1"/>
            <a:r>
              <a:rPr lang="en-US" altLang="zh-CN" sz="2800"/>
              <a:t>Second level</a:t>
            </a:r>
            <a:endParaRPr lang="en-US" altLang="zh-CN" sz="2800"/>
          </a:p>
          <a:p>
            <a:pPr lvl="2"/>
            <a:r>
              <a:rPr lang="en-US" altLang="zh-CN" sz="2400"/>
              <a:t>Third level</a:t>
            </a:r>
            <a:endParaRPr lang="en-US" altLang="zh-CN" sz="2400"/>
          </a:p>
          <a:p>
            <a:pPr lvl="3"/>
            <a:r>
              <a:rPr lang="en-US" altLang="zh-CN" sz="2000"/>
              <a:t>Fourth level</a:t>
            </a:r>
            <a:endParaRPr lang="en-US" altLang="zh-CN" sz="2000"/>
          </a:p>
          <a:p>
            <a:pPr lvl="4"/>
            <a:r>
              <a:rPr lang="en-US" altLang="zh-CN" sz="2000"/>
              <a:t>Fifth level</a:t>
            </a:r>
            <a:endParaRPr lang="zh-CN" altLang="en-US" sz="2000"/>
          </a:p>
        </p:txBody>
      </p:sp>
      <p:sp>
        <p:nvSpPr>
          <p:cNvPr id="85" name="Text box"/>
          <p:cNvSpPr>
            <a:spLocks noGrp="1"/>
          </p:cNvSpPr>
          <p:nvPr>
            <p:ph type="body" idx="2"/>
          </p:nvPr>
        </p:nvSpPr>
        <p:spPr>
          <a:xfrm rot="0">
            <a:off x="839788" y="2057400"/>
            <a:ext cx="3932237" cy="3811587"/>
          </a:xfrm>
          <a:prstGeom prst="rect"/>
          <a:noFill/>
          <a:ln w="12700" cmpd="sng" cap="flat">
            <a:noFill/>
            <a:prstDash val="solid"/>
            <a:miter/>
          </a:ln>
        </p:spPr>
        <p:txBody>
          <a:bodyPr vert="horz" wrap="square" lIns="91440" tIns="45720" rIns="91440" bIns="45720" anchor="t" anchorCtr="0">
            <a:prstTxWarp prst="textNoShape"/>
          </a:bodyPr>
          <a:lstStyle/>
          <a:p>
            <a:pPr marL="0" indent="0">
              <a:buNone/>
            </a:pPr>
            <a:r>
              <a:rPr lang="en-US" altLang="zh-CN" sz="1600"/>
              <a:t>Click to edit Master text styles</a:t>
            </a:r>
            <a:endParaRPr lang="zh-CN" altLang="en-US" sz="1600"/>
          </a:p>
        </p:txBody>
      </p:sp>
      <p:sp>
        <p:nvSpPr>
          <p:cNvPr id="86" name="Text box"/>
          <p:cNvSpPr>
            <a:spLocks noGrp="1"/>
          </p:cNvSpPr>
          <p:nvPr>
            <p:ph type="dt" idx="10"/>
          </p:nvPr>
        </p:nvSpPr>
        <p:spPr>
          <a:xfrm rot="0">
            <a:off x="8382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l"/>
            <a:r>
              <a:rPr lang="en-US" altLang="zh-CN" sz="1200">
                <a:solidFill>
                  <a:srgbClr val="FFFFFF"/>
                </a:solidFill>
                <a:latin typeface="Aptos" pitchFamily="0" charset="0"/>
                <a:ea typeface="等线" pitchFamily="0" charset="0"/>
                <a:cs typeface="Aptos" pitchFamily="0" charset="0"/>
              </a:rPr>
              <a:t>Date/Time</a:t>
            </a:r>
            <a:endParaRPr lang="zh-CN" altLang="en-US" sz="1200">
              <a:solidFill>
                <a:srgbClr val="FFFFFF"/>
              </a:solidFill>
              <a:latin typeface="Aptos" pitchFamily="0" charset="0"/>
              <a:ea typeface="等线" pitchFamily="0" charset="0"/>
              <a:cs typeface="Aptos" pitchFamily="0" charset="0"/>
            </a:endParaRPr>
          </a:p>
        </p:txBody>
      </p:sp>
      <p:sp>
        <p:nvSpPr>
          <p:cNvPr id="87" name="Text box"/>
          <p:cNvSpPr>
            <a:spLocks noGrp="1"/>
          </p:cNvSpPr>
          <p:nvPr>
            <p:ph type="ftr"/>
          </p:nvPr>
        </p:nvSpPr>
        <p:spPr>
          <a:xfrm rot="0">
            <a:off x="4038600" y="6356349"/>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algn="ctr"/>
            <a:endParaRPr lang="zh-CN" altLang="en-US" sz="1200">
              <a:solidFill>
                <a:srgbClr val="FFFFFF"/>
              </a:solidFill>
              <a:latin typeface="Aptos" pitchFamily="0" charset="0"/>
              <a:ea typeface="等线" pitchFamily="0" charset="0"/>
              <a:cs typeface="Aptos" pitchFamily="0" charset="0"/>
            </a:endParaRPr>
          </a:p>
        </p:txBody>
      </p:sp>
      <p:sp>
        <p:nvSpPr>
          <p:cNvPr id="88" name="Text box"/>
          <p:cNvSpPr>
            <a:spLocks noGrp="1"/>
          </p:cNvSpPr>
          <p:nvPr>
            <p:ph type="sldNum"/>
          </p:nvPr>
        </p:nvSpPr>
        <p:spPr>
          <a:xfrm rot="0">
            <a:off x="86106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FFFFFF"/>
                </a:solidFill>
                <a:latin typeface="Aptos" pitchFamily="0" charset="0"/>
                <a:ea typeface="等线" pitchFamily="0" charset="0"/>
                <a:cs typeface="Aptos" pitchFamily="0" charset="0"/>
              </a:rPr>
              <a:t>&lt;#&gt;</a:t>
            </a:fld>
            <a:endParaRPr lang="zh-CN" altLang="en-US" sz="1200">
              <a:solidFill>
                <a:srgbClr val="FFFFFF"/>
              </a:solidFill>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302042731"/>
      </p:ext>
    </p:extLst>
  </p:cSld>
  <p:clrMapOvr>
    <a:masterClrMapping/>
  </p:clrMapOvr>
  <p:hf sldNum="0"/>
</p:sldLayout>
</file>

<file path=ppt/slideLayouts/slideLayout16.xml><?xml version="1.0" encoding="utf-8"?>
<p:sldLayout xmlns:p="http://schemas.openxmlformats.org/presentationml/2006/main" xmlns:a="http://schemas.openxmlformats.org/drawingml/2006/main" xmlns:r="http://schemas.openxmlformats.org/officeDocument/2006/relationships" showMasterSp="0" preserve="1">
  <p:cSld name="自定义版式">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sp>
        <p:nvSpPr>
          <p:cNvPr id="112" name="Text box"/>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113" name="Text box"/>
          <p:cNvSpPr>
            <a:spLocks noGrp="1"/>
          </p:cNvSpPr>
          <p:nvPr>
            <p:ph type="body" idx="1"/>
          </p:nvPr>
        </p:nvSpPr>
        <p:spPr>
          <a:xfrm rot="0">
            <a:off x="838200" y="1825625"/>
            <a:ext cx="10515600" cy="4351338"/>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114" name="Text box"/>
          <p:cNvSpPr>
            <a:spLocks noGrp="1"/>
          </p:cNvSpPr>
          <p:nvPr>
            <p:ph type="dt" idx="10"/>
          </p:nvPr>
        </p:nvSpPr>
        <p:spPr>
          <a:xfrm rot="0">
            <a:off x="8382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l"/>
            <a:r>
              <a:rPr lang="en-US" altLang="zh-CN" sz="1200">
                <a:solidFill>
                  <a:srgbClr val="FFFFFF"/>
                </a:solidFill>
                <a:latin typeface="Aptos" pitchFamily="0" charset="0"/>
                <a:ea typeface="等线" pitchFamily="0" charset="0"/>
                <a:cs typeface="Aptos" pitchFamily="0" charset="0"/>
              </a:rPr>
              <a:t>Date/Time</a:t>
            </a:r>
            <a:endParaRPr lang="zh-CN" altLang="en-US" sz="1200">
              <a:solidFill>
                <a:srgbClr val="FFFFFF"/>
              </a:solidFill>
              <a:latin typeface="Aptos" pitchFamily="0" charset="0"/>
              <a:ea typeface="等线" pitchFamily="0" charset="0"/>
              <a:cs typeface="Aptos" pitchFamily="0" charset="0"/>
            </a:endParaRPr>
          </a:p>
        </p:txBody>
      </p:sp>
      <p:sp>
        <p:nvSpPr>
          <p:cNvPr id="115" name="Text box"/>
          <p:cNvSpPr>
            <a:spLocks noGrp="1"/>
          </p:cNvSpPr>
          <p:nvPr>
            <p:ph type="ftr"/>
          </p:nvPr>
        </p:nvSpPr>
        <p:spPr>
          <a:xfrm rot="0">
            <a:off x="4038600" y="6356349"/>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algn="ctr"/>
            <a:endParaRPr lang="zh-CN" altLang="en-US" sz="1200">
              <a:solidFill>
                <a:srgbClr val="FFFFFF"/>
              </a:solidFill>
              <a:latin typeface="Aptos" pitchFamily="0" charset="0"/>
              <a:ea typeface="等线" pitchFamily="0" charset="0"/>
              <a:cs typeface="Aptos" pitchFamily="0" charset="0"/>
            </a:endParaRPr>
          </a:p>
        </p:txBody>
      </p:sp>
      <p:sp>
        <p:nvSpPr>
          <p:cNvPr id="116" name="Text box"/>
          <p:cNvSpPr>
            <a:spLocks noGrp="1"/>
          </p:cNvSpPr>
          <p:nvPr>
            <p:ph type="sldNum"/>
          </p:nvPr>
        </p:nvSpPr>
        <p:spPr>
          <a:xfrm rot="0">
            <a:off x="86106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FFFFFF"/>
                </a:solidFill>
                <a:latin typeface="Aptos" pitchFamily="0" charset="0"/>
                <a:ea typeface="等线" pitchFamily="0" charset="0"/>
                <a:cs typeface="Aptos" pitchFamily="0" charset="0"/>
              </a:rPr>
              <a:t>&lt;#&gt;</a:t>
            </a:fld>
            <a:endParaRPr lang="zh-CN" altLang="en-US" sz="1200">
              <a:solidFill>
                <a:srgbClr val="FFFFFF"/>
              </a:solidFill>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968521066"/>
      </p:ext>
    </p:extLst>
  </p:cSld>
  <p:clrMapOvr>
    <a:masterClrMapping/>
  </p:clrMapOvr>
  <p:hf sldNum="0"/>
</p:sldLayout>
</file>

<file path=ppt/slideLayouts/slideLayout17.xml><?xml version="1.0" encoding="utf-8"?>
<p:sldLayout xmlns:p="http://schemas.openxmlformats.org/presentationml/2006/main" xmlns:a="http://schemas.openxmlformats.org/drawingml/2006/main" xmlns:r="http://schemas.openxmlformats.org/officeDocument/2006/relationships" showMasterSp="0" preserve="1">
  <p:cSld name="自定义版式">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sp>
        <p:nvSpPr>
          <p:cNvPr id="183" name="Text box"/>
          <p:cNvSpPr>
            <a:spLocks noGrp="1"/>
          </p:cNvSpPr>
          <p:nvPr>
            <p:ph type="dt" idx="10"/>
          </p:nvPr>
        </p:nvSpPr>
        <p:spPr>
          <a:xfrm rot="0">
            <a:off x="8382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l"/>
            <a:r>
              <a:rPr lang="en-US" altLang="zh-CN" sz="1200">
                <a:solidFill>
                  <a:srgbClr val="FFFFFF"/>
                </a:solidFill>
                <a:latin typeface="Aptos" pitchFamily="0" charset="0"/>
                <a:ea typeface="等线" pitchFamily="0" charset="0"/>
                <a:cs typeface="Aptos" pitchFamily="0" charset="0"/>
              </a:rPr>
              <a:t>Date/Time</a:t>
            </a:r>
            <a:endParaRPr lang="zh-CN" altLang="en-US" sz="1200">
              <a:solidFill>
                <a:srgbClr val="FFFFFF"/>
              </a:solidFill>
              <a:latin typeface="Aptos" pitchFamily="0" charset="0"/>
              <a:ea typeface="等线" pitchFamily="0" charset="0"/>
              <a:cs typeface="Aptos" pitchFamily="0" charset="0"/>
            </a:endParaRPr>
          </a:p>
        </p:txBody>
      </p:sp>
      <p:sp>
        <p:nvSpPr>
          <p:cNvPr id="184" name="Text box"/>
          <p:cNvSpPr>
            <a:spLocks noGrp="1"/>
          </p:cNvSpPr>
          <p:nvPr>
            <p:ph type="ftr"/>
          </p:nvPr>
        </p:nvSpPr>
        <p:spPr>
          <a:xfrm rot="0">
            <a:off x="4038600" y="6356349"/>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algn="ctr"/>
            <a:endParaRPr lang="zh-CN" altLang="en-US" sz="1200">
              <a:solidFill>
                <a:srgbClr val="FFFFFF"/>
              </a:solidFill>
              <a:latin typeface="Aptos" pitchFamily="0" charset="0"/>
              <a:ea typeface="等线" pitchFamily="0" charset="0"/>
              <a:cs typeface="Aptos" pitchFamily="0" charset="0"/>
            </a:endParaRPr>
          </a:p>
        </p:txBody>
      </p:sp>
      <p:sp>
        <p:nvSpPr>
          <p:cNvPr id="185" name="Text box"/>
          <p:cNvSpPr>
            <a:spLocks noGrp="1"/>
          </p:cNvSpPr>
          <p:nvPr>
            <p:ph type="sldNum"/>
          </p:nvPr>
        </p:nvSpPr>
        <p:spPr>
          <a:xfrm rot="0">
            <a:off x="86106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FFFFFF"/>
                </a:solidFill>
                <a:latin typeface="Aptos" pitchFamily="0" charset="0"/>
                <a:ea typeface="等线" pitchFamily="0" charset="0"/>
                <a:cs typeface="Aptos" pitchFamily="0" charset="0"/>
              </a:rPr>
              <a:t>&lt;#&gt;</a:t>
            </a:fld>
            <a:endParaRPr lang="zh-CN" altLang="en-US" sz="1200">
              <a:solidFill>
                <a:srgbClr val="FFFFFF"/>
              </a:solidFill>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155673537"/>
      </p:ext>
    </p:extLst>
  </p:cSld>
  <p:clrMapOvr>
    <a:masterClrMapping/>
  </p:clrMapOvr>
  <p:hf sldNum="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sp>
        <p:nvSpPr>
          <p:cNvPr id="2" name="Text box"/>
          <p:cNvSpPr>
            <a:spLocks noGrp="1"/>
          </p:cNvSpPr>
          <p:nvPr>
            <p:ph type="title"/>
          </p:nvPr>
        </p:nvSpPr>
        <p:spPr>
          <a:xfrm rot="0">
            <a:off x="838200" y="365124"/>
            <a:ext cx="10515600" cy="1325562"/>
          </a:xfrm>
          <a:prstGeom prst="rect"/>
          <a:noFill/>
          <a:ln w="12700" cmpd="sng" cap="flat">
            <a:noFill/>
            <a:prstDash val="solid"/>
            <a:miter/>
          </a:ln>
        </p:spPr>
        <p:txBody>
          <a:bodyPr vert="horz" wrap="square" lIns="91440" tIns="45720" rIns="91440" bIns="45720" anchor="ctr" anchorCtr="0">
            <a:prstTxWarp prst="textNoShape"/>
          </a:bodyPr>
          <a:lstStyle/>
          <a:p>
            <a:r>
              <a:rPr lang="en-US" altLang="zh-CN"/>
              <a:t>Click to edit Master title style</a:t>
            </a:r>
            <a:endParaRPr lang="zh-CN" altLang="en-US"/>
          </a:p>
        </p:txBody>
      </p:sp>
      <p:sp>
        <p:nvSpPr>
          <p:cNvPr id="3" name="Text box"/>
          <p:cNvSpPr>
            <a:spLocks noGrp="1"/>
          </p:cNvSpPr>
          <p:nvPr>
            <p:ph type="body" idx="1"/>
          </p:nvPr>
        </p:nvSpPr>
        <p:spPr>
          <a:xfrm rot="0">
            <a:off x="838200" y="1825625"/>
            <a:ext cx="10515600" cy="4351338"/>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box"/>
          <p:cNvSpPr>
            <a:spLocks noGrp="1"/>
          </p:cNvSpPr>
          <p:nvPr>
            <p:ph type="dt" idx="2"/>
          </p:nvPr>
        </p:nvSpPr>
        <p:spPr>
          <a:xfrm rot="0">
            <a:off x="8382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l"/>
            <a:fld id="{CAD2D6BD-DE1B-4B5F-8B41-2702339687B9}" type="datetime1">
              <a:rPr lang="en-US" altLang="zh-CN" sz="1200">
                <a:solidFill>
                  <a:srgbClr val="FFFFFF"/>
                </a:solidFill>
                <a:latin typeface="Aptos" pitchFamily="0" charset="0"/>
                <a:ea typeface="等线" pitchFamily="0" charset="0"/>
                <a:cs typeface="Aptos" pitchFamily="0" charset="0"/>
              </a:rPr>
              <a:t>11/15/2025</a:t>
            </a:fld>
            <a:endParaRPr lang="zh-CN" altLang="en-US" sz="1200">
              <a:solidFill>
                <a:srgbClr val="FFFFFF"/>
              </a:solidFill>
              <a:latin typeface="Aptos" pitchFamily="0" charset="0"/>
              <a:ea typeface="等线" pitchFamily="0" charset="0"/>
              <a:cs typeface="Aptos" pitchFamily="0" charset="0"/>
            </a:endParaRPr>
          </a:p>
        </p:txBody>
      </p:sp>
      <p:sp>
        <p:nvSpPr>
          <p:cNvPr id="5" name="Text box"/>
          <p:cNvSpPr>
            <a:spLocks noGrp="1"/>
          </p:cNvSpPr>
          <p:nvPr>
            <p:ph type="ftr" idx="3"/>
          </p:nvPr>
        </p:nvSpPr>
        <p:spPr>
          <a:xfrm rot="0">
            <a:off x="4038600" y="6356349"/>
            <a:ext cx="4114800" cy="365125"/>
          </a:xfrm>
          <a:prstGeom prst="rect"/>
          <a:noFill/>
          <a:ln w="12700" cmpd="sng" cap="flat">
            <a:noFill/>
            <a:prstDash val="solid"/>
            <a:miter/>
          </a:ln>
        </p:spPr>
        <p:txBody>
          <a:bodyPr vert="horz" wrap="square" lIns="91440" tIns="45720" rIns="91440" bIns="45720" anchor="ctr" anchorCtr="0">
            <a:prstTxWarp prst="textNoShape"/>
          </a:bodyPr>
          <a:lstStyle/>
          <a:p>
            <a:pPr algn="ctr"/>
            <a:endParaRPr lang="zh-CN" altLang="en-US" sz="1200">
              <a:solidFill>
                <a:srgbClr val="FFFFFF"/>
              </a:solidFill>
              <a:latin typeface="Aptos" pitchFamily="0" charset="0"/>
              <a:ea typeface="等线" pitchFamily="0" charset="0"/>
              <a:cs typeface="Aptos" pitchFamily="0" charset="0"/>
            </a:endParaRPr>
          </a:p>
        </p:txBody>
      </p:sp>
      <p:sp>
        <p:nvSpPr>
          <p:cNvPr id="6" name="Text box"/>
          <p:cNvSpPr>
            <a:spLocks noGrp="1"/>
          </p:cNvSpPr>
          <p:nvPr>
            <p:ph type="sldNum" idx="4"/>
          </p:nvPr>
        </p:nvSpPr>
        <p:spPr>
          <a:xfrm rot="0">
            <a:off x="8610600" y="6356349"/>
            <a:ext cx="2743200" cy="365125"/>
          </a:xfrm>
          <a:prstGeom prst="rect"/>
          <a:noFill/>
          <a:ln w="12700" cmpd="sng" cap="flat">
            <a:noFill/>
            <a:prstDash val="solid"/>
            <a:miter/>
          </a:ln>
        </p:spPr>
        <p:txBody>
          <a:bodyPr vert="horz" wrap="square" lIns="91440" tIns="45720" rIns="91440" bIns="45720" anchor="ctr" anchorCtr="0">
            <a:prstTxWarp prst="textNoShape"/>
          </a:bodyPr>
          <a:lstStyle/>
          <a:p>
            <a:pPr algn="r"/>
            <a:fld id="{CAD2D6BD-DE1B-4B5F-8B41-2702339687B9}" type="slidenum">
              <a:rPr lang="en-US" altLang="zh-CN" sz="1200" b="0" i="0" u="none" strike="noStrike" kern="1200" cap="none" spc="0" baseline="0">
                <a:solidFill>
                  <a:srgbClr val="FFFFFF"/>
                </a:solidFill>
                <a:latin typeface="Aptos" pitchFamily="0" charset="0"/>
                <a:ea typeface="等线" pitchFamily="0" charset="0"/>
                <a:cs typeface="Aptos" pitchFamily="0" charset="0"/>
              </a:rPr>
              <a:t>&lt;#&gt;</a:t>
            </a:fld>
            <a:endParaRPr lang="zh-CN" altLang="en-US" sz="1200">
              <a:solidFill>
                <a:srgbClr val="FFFFFF"/>
              </a:solidFill>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663146851"/>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transition spd="slow"/>
  <p:hf sldNum="0" hdr="0" ftr="0" dt="0"/>
  <p:txStyles>
    <p:titleStyle>
      <a:lvl1pPr algn="l" defTabSz="914400" eaLnBrk="1" fontAlgn="auto" latinLnBrk="0" hangingPunct="1">
        <a:lnSpc>
          <a:spcPct val="90000"/>
        </a:lnSpc>
        <a:spcBef>
          <a:spcPts val="0"/>
        </a:spcBef>
        <a:buNone/>
        <a:defRPr sz="4400" kern="1200">
          <a:solidFill>
            <a:schemeClr val="tx1"/>
          </a:solidFill>
          <a:latin typeface="Aptos Display" pitchFamily="0" charset="0"/>
          <a:ea typeface="等线 Light" pitchFamily="0" charset="0"/>
          <a:cs typeface="Aptos Display" pitchFamily="0" charset="0"/>
        </a:defRPr>
      </a:lvl1pPr>
    </p:titleStyle>
    <p:bodyStyle>
      <a:lvl1pPr marL="228600" indent="-228600" algn="l" defTabSz="914400" eaLnBrk="1" fontAlgn="auto" latinLnBrk="0" hangingPunct="1">
        <a:lnSpc>
          <a:spcPct val="90000"/>
        </a:lnSpc>
        <a:spcBef>
          <a:spcPts val="1000"/>
        </a:spcBef>
        <a:buFont typeface="Arial" pitchFamily="34" charset="0"/>
        <a:buChar char="•"/>
        <a:defRPr sz="2800" kern="1200">
          <a:solidFill>
            <a:schemeClr val="tx1"/>
          </a:solidFill>
          <a:latin typeface="Aptos" pitchFamily="0" charset="0"/>
          <a:ea typeface="等线" pitchFamily="0" charset="0"/>
          <a:cs typeface="Aptos" pitchFamily="0" charset="0"/>
        </a:defRPr>
      </a:lvl1pPr>
      <a:lvl2pPr marL="685800" indent="-228600" algn="l" defTabSz="914400" eaLnBrk="1" fontAlgn="auto" latinLnBrk="0" hangingPunct="1">
        <a:lnSpc>
          <a:spcPct val="90000"/>
        </a:lnSpc>
        <a:spcBef>
          <a:spcPts val="500"/>
        </a:spcBef>
        <a:buFont typeface="Arial" pitchFamily="34" charset="0"/>
        <a:buChar char="•"/>
        <a:defRPr sz="2400" kern="1200">
          <a:solidFill>
            <a:schemeClr val="tx1"/>
          </a:solidFill>
          <a:latin typeface="Aptos" pitchFamily="0" charset="0"/>
          <a:ea typeface="等线" pitchFamily="0" charset="0"/>
          <a:cs typeface="Aptos" pitchFamily="0" charset="0"/>
        </a:defRPr>
      </a:lvl2pPr>
      <a:lvl3pPr marL="1143000" indent="-228600" algn="l" defTabSz="914400" eaLnBrk="1" fontAlgn="auto" latinLnBrk="0" hangingPunct="1">
        <a:lnSpc>
          <a:spcPct val="90000"/>
        </a:lnSpc>
        <a:spcBef>
          <a:spcPts val="500"/>
        </a:spcBef>
        <a:buFont typeface="Arial" pitchFamily="34" charset="0"/>
        <a:buChar char="•"/>
        <a:defRPr sz="2000" kern="1200">
          <a:solidFill>
            <a:schemeClr val="tx1"/>
          </a:solidFill>
          <a:latin typeface="Aptos" pitchFamily="0" charset="0"/>
          <a:ea typeface="等线" pitchFamily="0" charset="0"/>
          <a:cs typeface="Aptos" pitchFamily="0" charset="0"/>
        </a:defRPr>
      </a:lvl3pPr>
      <a:lvl4pPr marL="16002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Aptos" pitchFamily="0" charset="0"/>
          <a:ea typeface="等线" pitchFamily="0" charset="0"/>
          <a:cs typeface="Aptos" pitchFamily="0" charset="0"/>
        </a:defRPr>
      </a:lvl4pPr>
      <a:lvl5pPr marL="20574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Aptos" pitchFamily="0" charset="0"/>
          <a:ea typeface="等线" pitchFamily="0" charset="0"/>
          <a:cs typeface="Aptos" pitchFamily="0" charset="0"/>
        </a:defRPr>
      </a:lvl5pPr>
      <a:lvl6pPr marL="25146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Aptos" pitchFamily="0" charset="0"/>
          <a:ea typeface="等线" pitchFamily="0" charset="0"/>
          <a:cs typeface="Aptos" pitchFamily="0" charset="0"/>
        </a:defRPr>
      </a:lvl6pPr>
      <a:lvl7pPr marL="29718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Aptos" pitchFamily="0" charset="0"/>
          <a:ea typeface="等线" pitchFamily="0" charset="0"/>
          <a:cs typeface="Aptos" pitchFamily="0" charset="0"/>
        </a:defRPr>
      </a:lvl7pPr>
      <a:lvl8pPr marL="34290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Aptos" pitchFamily="0" charset="0"/>
          <a:ea typeface="等线" pitchFamily="0" charset="0"/>
          <a:cs typeface="Aptos" pitchFamily="0" charset="0"/>
        </a:defRPr>
      </a:lvl8pPr>
      <a:lvl9pPr marL="3429000" indent="-228600" algn="l" defTabSz="914400" eaLnBrk="1" fontAlgn="auto" latinLnBrk="0" hangingPunct="1">
        <a:lnSpc>
          <a:spcPct val="90000"/>
        </a:lnSpc>
        <a:spcBef>
          <a:spcPts val="500"/>
        </a:spcBef>
        <a:buFont typeface="Arial" pitchFamily="34" charset="0"/>
        <a:buChar char="•"/>
        <a:defRPr sz="1800" kern="1200">
          <a:solidFill>
            <a:schemeClr val="tx1"/>
          </a:solidFill>
          <a:latin typeface="Aptos" pitchFamily="0" charset="0"/>
          <a:ea typeface="等线" pitchFamily="0" charset="0"/>
          <a:cs typeface="Aptos"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1.png"/><Relationship Id="rId2" Type="http://schemas.openxmlformats.org/officeDocument/2006/relationships/slideLayout" Target="../slideLayouts/slideLayout1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2.png"/><Relationship Id="rId2" Type="http://schemas.openxmlformats.org/officeDocument/2006/relationships/slideLayout" Target="../slideLayouts/slideLayout1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3.png"/><Relationship Id="rId2" Type="http://schemas.openxmlformats.org/officeDocument/2006/relationships/slideLayout" Target="../slideLayouts/slideLayout1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4.png"/><Relationship Id="rId2" Type="http://schemas.openxmlformats.org/officeDocument/2006/relationships/image" Target="../media/5.png"/><Relationship Id="rId3" Type="http://schemas.openxmlformats.org/officeDocument/2006/relationships/image" Target="../media/6.png"/><Relationship Id="rId4" Type="http://schemas.openxmlformats.org/officeDocument/2006/relationships/slideLayout" Target="../slideLayouts/slideLayout1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7.jpg"/><Relationship Id="rId2" Type="http://schemas.openxmlformats.org/officeDocument/2006/relationships/image" Target="../media/8.png"/><Relationship Id="rId3" Type="http://schemas.openxmlformats.org/officeDocument/2006/relationships/image" Target="../media/8.png"/><Relationship Id="rId4" Type="http://schemas.openxmlformats.org/officeDocument/2006/relationships/image" Target="../media/8.png"/><Relationship Id="rId5" Type="http://schemas.openxmlformats.org/officeDocument/2006/relationships/slideLayout" Target="../slideLayouts/slideLayout1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9.png"/><Relationship Id="rId2" Type="http://schemas.openxmlformats.org/officeDocument/2006/relationships/slideLayout" Target="../slideLayouts/slideLayout1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8.png"/><Relationship Id="rId2" Type="http://schemas.openxmlformats.org/officeDocument/2006/relationships/image" Target="../media/8.png"/><Relationship Id="rId3" Type="http://schemas.openxmlformats.org/officeDocument/2006/relationships/image" Target="../media/8.png"/><Relationship Id="rId4" Type="http://schemas.openxmlformats.org/officeDocument/2006/relationships/image" Target="../media/8.png"/><Relationship Id="rId5" Type="http://schemas.openxmlformats.org/officeDocument/2006/relationships/slideLayout" Target="../slideLayouts/slideLayout1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pimg1.png"/><Relationship Id="rId2" Type="http://schemas.openxmlformats.org/officeDocument/2006/relationships/image" Target="../media/pimg2.png"/><Relationship Id="rId3" Type="http://schemas.openxmlformats.org/officeDocument/2006/relationships/image" Target="../media/pimg3.png"/><Relationship Id="rId4" Type="http://schemas.openxmlformats.org/officeDocument/2006/relationships/image" Target="../media/pimg4.png"/><Relationship Id="rId5" Type="http://schemas.openxmlformats.org/officeDocument/2006/relationships/slideLayout" Target="../slideLayouts/slideLayout16.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pimg5.png"/><Relationship Id="rId2" Type="http://schemas.openxmlformats.org/officeDocument/2006/relationships/slideLayout" Target="../slideLayouts/slideLayout1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10.png"/><Relationship Id="rId2" Type="http://schemas.openxmlformats.org/officeDocument/2006/relationships/image" Target="../media/11.png"/><Relationship Id="rId3" Type="http://schemas.openxmlformats.org/officeDocument/2006/relationships/image" Target="../media/11.png"/><Relationship Id="rId4" Type="http://schemas.openxmlformats.org/officeDocument/2006/relationships/image" Target="../media/11.png"/><Relationship Id="rId5" Type="http://schemas.openxmlformats.org/officeDocument/2006/relationships/slideLayout" Target="../slideLayouts/slideLayout1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12.png"/><Relationship Id="rId2" Type="http://schemas.openxmlformats.org/officeDocument/2006/relationships/image" Target="../media/13.png"/><Relationship Id="rId3" Type="http://schemas.openxmlformats.org/officeDocument/2006/relationships/slideLayout" Target="../slideLayouts/slideLayout17.xml"/><Relationship Id="rId4" Type="http://schemas.openxmlformats.org/officeDocument/2006/relationships/notesSlide" Target="../notesSlides/notesSlide12.xml"/></Relationships>
</file>

<file path=ppt/slides/slide1.xml><?xml version="1.0" encoding="utf-8"?>
<p:sld xmlns:p="http://schemas.openxmlformats.org/presentationml/2006/main" xmlns:r="http://schemas.openxmlformats.org/officeDocument/2006/relationships" xmlns:a="http://schemas.openxmlformats.org/drawingml/2006/main">
  <p:cSld>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sp>
        <p:nvSpPr>
          <p:cNvPr id="13" name="Text box"/>
          <p:cNvSpPr>
            <a:spLocks noGrp="1"/>
          </p:cNvSpPr>
          <p:nvPr>
            <p:ph type="ctrTitle"/>
          </p:nvPr>
        </p:nvSpPr>
        <p:spPr>
          <a:xfrm rot="0">
            <a:off x="4950055" y="1547682"/>
            <a:ext cx="7229476" cy="1454150"/>
          </a:xfrm>
          <a:prstGeom prst="rect"/>
          <a:noFill/>
          <a:ln w="12700" cmpd="sng" cap="flat">
            <a:noFill/>
            <a:prstDash val="solid"/>
            <a:miter/>
          </a:ln>
        </p:spPr>
        <p:txBody>
          <a:bodyPr vert="horz" wrap="square" lIns="0" tIns="0" rIns="0" bIns="0" anchor="t" anchorCtr="0">
            <a:prstTxWarp prst="textNoShape"/>
          </a:bodyPr>
          <a:lstStyle/>
          <a:p>
            <a:pPr marL="0" indent="0" algn="l">
              <a:lnSpc>
                <a:spcPts val="5500"/>
              </a:lnSpc>
              <a:spcBef>
                <a:spcPts val="0"/>
              </a:spcBef>
              <a:spcAft>
                <a:spcPts val="0"/>
              </a:spcAft>
              <a:buNone/>
            </a:pPr>
            <a:r>
              <a:rPr lang="en-US" altLang="zh-CN" sz="4400" b="0" i="0" u="none" strike="noStrike" kern="1200" cap="none" spc="0" baseline="0">
                <a:solidFill>
                  <a:srgbClr val="F98AC7"/>
                </a:solidFill>
                <a:latin typeface="Lora" pitchFamily="34" charset="0"/>
                <a:ea typeface="Lora" pitchFamily="34" charset="0"/>
                <a:cs typeface="Lora" pitchFamily="34" charset="0"/>
              </a:rPr>
              <a:t>Nastro Bliss: Transforming Your Restaurant with AWS</a:t>
            </a:r>
            <a:endParaRPr lang="zh-CN" altLang="en-US" sz="4400" b="0" i="0" u="none" strike="noStrike" kern="1200" cap="none" spc="0" baseline="0">
              <a:solidFill>
                <a:schemeClr val="tx1"/>
              </a:solidFill>
              <a:latin typeface="Aptos Display" pitchFamily="0" charset="0"/>
              <a:ea typeface="等线 Light" pitchFamily="0" charset="0"/>
              <a:cs typeface="Lucida Sans" pitchFamily="0" charset="0"/>
            </a:endParaRPr>
          </a:p>
        </p:txBody>
      </p:sp>
      <p:sp>
        <p:nvSpPr>
          <p:cNvPr id="14" name="Text box"/>
          <p:cNvSpPr>
            <a:spLocks noGrp="1"/>
          </p:cNvSpPr>
          <p:nvPr>
            <p:ph type="subTitle"/>
          </p:nvPr>
        </p:nvSpPr>
        <p:spPr>
          <a:xfrm rot="0">
            <a:off x="5022849" y="3211694"/>
            <a:ext cx="7108826" cy="685800"/>
          </a:xfrm>
          <a:prstGeom prst="rect"/>
          <a:noFill/>
          <a:ln w="12700" cmpd="sng" cap="flat">
            <a:noFill/>
            <a:prstDash val="solid"/>
            <a:miter/>
          </a:ln>
        </p:spPr>
        <p:txBody>
          <a:bodyPr vert="horz" wrap="square" lIns="0" tIns="0" rIns="0" bIns="0" anchor="t" anchorCtr="0">
            <a:prstTxWarp prst="textNoShape"/>
          </a:bodyPr>
          <a:lstStyle/>
          <a:p>
            <a:pPr marL="0" indent="0" algn="l">
              <a:lnSpc>
                <a:spcPts val="3000"/>
              </a:lnSpc>
              <a:spcBef>
                <a:spcPts val="1000"/>
              </a:spcBef>
              <a:spcAft>
                <a:spcPts val="0"/>
              </a:spcAft>
              <a:buNone/>
            </a:pPr>
            <a:r>
              <a:rPr lang="en-US" altLang="zh-CN" sz="1400" b="1" i="1" u="none" strike="noStrike" kern="1200" cap="none" spc="0" baseline="0">
                <a:solidFill>
                  <a:srgbClr val="FAFAFA"/>
                </a:solidFill>
                <a:latin typeface="Source Sans 3" pitchFamily="34" charset="0"/>
                <a:ea typeface="Source Sans 3" pitchFamily="34" charset="0"/>
                <a:cs typeface="Source Sans 3" pitchFamily="34" charset="0"/>
              </a:rPr>
              <a:t>A strategic partnership bringing clarity, efficiency, and growth to your digital operations.</a:t>
            </a:r>
            <a:endParaRPr lang="zh-CN" altLang="en-US" sz="1400" b="1" i="1" u="none" strike="noStrike" kern="1200" cap="none" spc="0" baseline="0">
              <a:solidFill>
                <a:srgbClr val="FAFAFA"/>
              </a:solidFill>
              <a:latin typeface="Aptos" pitchFamily="0" charset="0"/>
              <a:ea typeface="等线" pitchFamily="0" charset="0"/>
              <a:cs typeface="Lucida Sans" pitchFamily="0" charset="0"/>
            </a:endParaRPr>
          </a:p>
        </p:txBody>
      </p:sp>
      <p:pic>
        <p:nvPicPr>
          <p:cNvPr id="15" name="Images"/>
          <p:cNvPicPr>
            <a:picLocks noChangeAspect="1"/>
          </p:cNvPicPr>
          <p:nvPr/>
        </p:nvPicPr>
        <p:blipFill>
          <a:blip r:embed="rId1" cstate="print"/>
          <a:stretch>
            <a:fillRect/>
          </a:stretch>
        </p:blipFill>
        <p:spPr>
          <a:xfrm rot="0">
            <a:off x="0" y="1094647"/>
            <a:ext cx="4762500" cy="4762500"/>
          </a:xfrm>
          <a:prstGeom prst="rect"/>
          <a:noFill/>
          <a:ln w="12700" cmpd="sng" cap="flat">
            <a:noFill/>
            <a:prstDash val="solid"/>
            <a:miter/>
          </a:ln>
        </p:spPr>
      </p:pic>
    </p:spTree>
    <p:extLst>
      <p:ext uri="{BB962C8B-B14F-4D97-AF65-F5344CB8AC3E}">
        <p14:creationId xmlns:p14="http://schemas.microsoft.com/office/powerpoint/2010/main" val="1222244684"/>
      </p:ext>
    </p:extLst>
  </p:cSld>
  <p:clrMapOvr>
    <a:masterClrMapping/>
  </p:clrMapOvr>
  <p:transition spd="slow"/>
</p:sld>
</file>

<file path=ppt/slides/slide2.xml><?xml version="1.0" encoding="utf-8"?>
<p:sld xmlns:p="http://schemas.openxmlformats.org/presentationml/2006/main" xmlns:r="http://schemas.openxmlformats.org/officeDocument/2006/relationships" xmlns:a="http://schemas.openxmlformats.org/drawingml/2006/main">
  <p:cSld>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pic>
        <p:nvPicPr>
          <p:cNvPr id="25" name="Images" descr="A group of chefs in a kitchen&#10;&#10;AI-generated content may be incorrect."/>
          <p:cNvPicPr>
            <a:picLocks noChangeAspect="1"/>
          </p:cNvPicPr>
          <p:nvPr/>
        </p:nvPicPr>
        <p:blipFill>
          <a:blip r:embed="rId1" cstate="print"/>
          <a:stretch>
            <a:fillRect/>
          </a:stretch>
        </p:blipFill>
        <p:spPr>
          <a:xfrm rot="0">
            <a:off x="5921115" y="916533"/>
            <a:ext cx="5876143" cy="5546360"/>
          </a:xfrm>
          <a:prstGeom prst="rect"/>
          <a:noFill/>
          <a:ln w="12700" cmpd="sng" cap="flat">
            <a:noFill/>
            <a:prstDash val="solid"/>
            <a:miter/>
          </a:ln>
        </p:spPr>
      </p:pic>
      <p:sp>
        <p:nvSpPr>
          <p:cNvPr id="26" name="Text box"/>
          <p:cNvSpPr>
            <a:spLocks noGrp="1"/>
          </p:cNvSpPr>
          <p:nvPr>
            <p:ph type="title"/>
          </p:nvPr>
        </p:nvSpPr>
        <p:spPr>
          <a:xfrm rot="0">
            <a:off x="509666" y="330370"/>
            <a:ext cx="10515600" cy="1325563"/>
          </a:xfrm>
          <a:prstGeom prst="rect"/>
          <a:noFill/>
          <a:ln w="12700" cmpd="sng" cap="flat">
            <a:noFill/>
            <a:prstDash val="solid"/>
            <a:miter/>
          </a:ln>
        </p:spPr>
        <p:txBody>
          <a:bodyPr vert="horz" wrap="none" lIns="0" tIns="0" rIns="0" bIns="0" anchor="t" anchorCtr="0">
            <a:prstTxWarp prst="textNoShape"/>
          </a:bodyPr>
          <a:lstStyle/>
          <a:p>
            <a:pPr marL="0" indent="0" algn="l">
              <a:lnSpc>
                <a:spcPts val="5000"/>
              </a:lnSpc>
              <a:spcBef>
                <a:spcPts val="0"/>
              </a:spcBef>
              <a:spcAft>
                <a:spcPts val="0"/>
              </a:spcAft>
              <a:buNone/>
            </a:pPr>
            <a:r>
              <a:rPr lang="en-US" altLang="zh-CN" sz="4000" b="0" i="0" u="none" strike="noStrike" kern="1200" cap="none" spc="0" baseline="0">
                <a:solidFill>
                  <a:srgbClr val="F98AC7"/>
                </a:solidFill>
                <a:latin typeface="Lora" pitchFamily="34" charset="0"/>
                <a:ea typeface="Lora" pitchFamily="34" charset="0"/>
                <a:cs typeface="Lora" pitchFamily="34" charset="0"/>
              </a:rPr>
              <a:t>Restaurant Overview</a:t>
            </a:r>
            <a:endParaRPr lang="zh-CN" altLang="en-US" sz="4000" b="0" i="0" u="none" strike="noStrike" kern="1200" cap="none" spc="0" baseline="0">
              <a:solidFill>
                <a:schemeClr val="tx1"/>
              </a:solidFill>
              <a:latin typeface="Aptos Display" pitchFamily="0" charset="0"/>
              <a:ea typeface="等线 Light" pitchFamily="0" charset="0"/>
              <a:cs typeface="Lucida Sans" pitchFamily="0" charset="0"/>
            </a:endParaRPr>
          </a:p>
        </p:txBody>
      </p:sp>
      <p:sp>
        <p:nvSpPr>
          <p:cNvPr id="27" name="Text box"/>
          <p:cNvSpPr>
            <a:spLocks noGrp="1"/>
          </p:cNvSpPr>
          <p:nvPr>
            <p:ph type="body" idx="1"/>
          </p:nvPr>
        </p:nvSpPr>
        <p:spPr>
          <a:xfrm rot="0">
            <a:off x="509666" y="1337965"/>
            <a:ext cx="2294743" cy="317968"/>
          </a:xfrm>
          <a:prstGeom prst="rect"/>
          <a:noFill/>
          <a:ln w="12700" cmpd="sng" cap="flat">
            <a:noFill/>
            <a:prstDash val="solid"/>
            <a:miter/>
          </a:ln>
        </p:spPr>
        <p:txBody>
          <a:bodyPr vert="horz" wrap="none" lIns="0" tIns="0" rIns="0" bIns="0" anchor="t" anchorCtr="0">
            <a:prstTxWarp prst="textNoShape"/>
          </a:bodyPr>
          <a:lstStyle/>
          <a:p>
            <a:pPr marL="0" indent="0" algn="l">
              <a:lnSpc>
                <a:spcPts val="2500"/>
              </a:lnSpc>
              <a:spcBef>
                <a:spcPts val="1000"/>
              </a:spcBef>
              <a:spcAft>
                <a:spcPts val="0"/>
              </a:spcAft>
              <a:buNone/>
            </a:pPr>
            <a:r>
              <a:rPr lang="en-US" altLang="zh-CN" sz="2000" b="0" i="0" u="none" strike="noStrike" kern="1200" cap="none" spc="0" baseline="0">
                <a:solidFill>
                  <a:srgbClr val="F98AC7"/>
                </a:solidFill>
                <a:latin typeface="Lora" pitchFamily="34" charset="0"/>
                <a:ea typeface="Lora" pitchFamily="34" charset="0"/>
                <a:cs typeface="Lora" pitchFamily="34" charset="0"/>
              </a:rPr>
              <a:t>About Nastro Bliss</a:t>
            </a:r>
            <a:endParaRPr lang="en-US" altLang="zh-CN" sz="2000" b="0" i="0" u="none" strike="noStrike" kern="1200" cap="none" spc="0" baseline="0">
              <a:solidFill>
                <a:srgbClr val="F98AC7"/>
              </a:solidFill>
              <a:latin typeface="Lora" pitchFamily="34" charset="0"/>
              <a:ea typeface="Lora" pitchFamily="34" charset="0"/>
              <a:cs typeface="Lora" pitchFamily="34" charset="0"/>
            </a:endParaRPr>
          </a:p>
          <a:p>
            <a:pPr marL="0" indent="0" algn="l">
              <a:lnSpc>
                <a:spcPts val="2500"/>
              </a:lnSpc>
              <a:spcBef>
                <a:spcPts val="1000"/>
              </a:spcBef>
              <a:spcAft>
                <a:spcPts val="0"/>
              </a:spcAft>
              <a:buNone/>
            </a:pPr>
            <a:endParaRPr lang="en-US" altLang="zh-CN" sz="2000" b="0" i="0" u="none" strike="noStrike" kern="1200" cap="none" spc="0" baseline="0">
              <a:solidFill>
                <a:srgbClr val="F98AC7"/>
              </a:solidFill>
              <a:latin typeface="Lora" pitchFamily="34" charset="0"/>
              <a:ea typeface="Lora" pitchFamily="34" charset="0"/>
              <a:cs typeface="Lora" pitchFamily="34" charset="0"/>
            </a:endParaRPr>
          </a:p>
          <a:p>
            <a:pPr marL="0" indent="0" algn="l">
              <a:lnSpc>
                <a:spcPts val="2500"/>
              </a:lnSpc>
              <a:spcBef>
                <a:spcPts val="1000"/>
              </a:spcBef>
              <a:spcAft>
                <a:spcPts val="0"/>
              </a:spcAft>
              <a:buNone/>
            </a:pPr>
            <a:endParaRPr lang="en-US" altLang="zh-CN" sz="2000" b="0" i="0" u="none" strike="noStrike" kern="1200" cap="none" spc="0" baseline="0">
              <a:solidFill>
                <a:srgbClr val="F98AC7"/>
              </a:solidFill>
              <a:latin typeface="Lora" pitchFamily="34" charset="0"/>
              <a:ea typeface="Lora" pitchFamily="34" charset="0"/>
              <a:cs typeface="Lora" pitchFamily="34" charset="0"/>
            </a:endParaRPr>
          </a:p>
          <a:p>
            <a:pPr marL="0" indent="0" algn="l">
              <a:lnSpc>
                <a:spcPts val="2500"/>
              </a:lnSpc>
              <a:spcBef>
                <a:spcPts val="1000"/>
              </a:spcBef>
              <a:spcAft>
                <a:spcPts val="0"/>
              </a:spcAft>
              <a:buNone/>
            </a:pPr>
            <a:endParaRPr lang="en-US" altLang="zh-CN" sz="2000" b="0" i="0" u="none" strike="noStrike" kern="1200" cap="none" spc="0" baseline="0">
              <a:solidFill>
                <a:srgbClr val="F98AC7"/>
              </a:solidFill>
              <a:latin typeface="Lora" pitchFamily="34" charset="0"/>
              <a:ea typeface="Lora" pitchFamily="34" charset="0"/>
              <a:cs typeface="Lora" pitchFamily="34" charset="0"/>
            </a:endParaRPr>
          </a:p>
          <a:p>
            <a:pPr marL="0" indent="0" algn="l">
              <a:lnSpc>
                <a:spcPts val="2500"/>
              </a:lnSpc>
              <a:spcBef>
                <a:spcPts val="1000"/>
              </a:spcBef>
              <a:spcAft>
                <a:spcPts val="0"/>
              </a:spcAft>
              <a:buNone/>
            </a:pPr>
            <a:endParaRPr lang="en-US" altLang="zh-CN" sz="2000" b="0" i="0" u="none" strike="noStrike" kern="1200" cap="none" spc="0" baseline="0">
              <a:solidFill>
                <a:srgbClr val="F98AC7"/>
              </a:solidFill>
              <a:latin typeface="Lora" pitchFamily="34" charset="0"/>
              <a:ea typeface="Lora" pitchFamily="34" charset="0"/>
              <a:cs typeface="Lora" pitchFamily="34" charset="0"/>
            </a:endParaRPr>
          </a:p>
          <a:p>
            <a:pPr marL="0" indent="0" algn="l">
              <a:lnSpc>
                <a:spcPts val="2500"/>
              </a:lnSpc>
              <a:spcBef>
                <a:spcPts val="1000"/>
              </a:spcBef>
              <a:spcAft>
                <a:spcPts val="0"/>
              </a:spcAft>
              <a:buNone/>
            </a:pPr>
            <a:endParaRPr lang="zh-CN" altLang="en-US" sz="2000" b="0" i="0" u="none" strike="noStrike" kern="1200" cap="none" spc="0" baseline="0">
              <a:solidFill>
                <a:schemeClr val="tx1"/>
              </a:solidFill>
              <a:latin typeface="Aptos" pitchFamily="0" charset="0"/>
              <a:ea typeface="等线" pitchFamily="0" charset="0"/>
              <a:cs typeface="Lucida Sans" pitchFamily="0" charset="0"/>
            </a:endParaRPr>
          </a:p>
        </p:txBody>
      </p:sp>
      <p:sp>
        <p:nvSpPr>
          <p:cNvPr id="28" name="Rectangles"/>
          <p:cNvSpPr>
            <a:spLocks/>
          </p:cNvSpPr>
          <p:nvPr/>
        </p:nvSpPr>
        <p:spPr>
          <a:xfrm rot="0">
            <a:off x="509666" y="2225669"/>
            <a:ext cx="5257800" cy="2408166"/>
          </a:xfrm>
          <a:prstGeom prst="rect"/>
          <a:noFill/>
          <a:ln w="12700" cmpd="sng" cap="flat">
            <a:noFill/>
            <a:prstDash val="solid"/>
            <a:miter/>
          </a:ln>
        </p:spPr>
        <p:txBody>
          <a:bodyPr vert="horz" wrap="square" lIns="0" tIns="0" rIns="0" bIns="0" anchor="t" anchorCtr="0">
            <a:prstTxWarp prst="textNoShape"/>
          </a:bodyPr>
          <a:lstStyle/>
          <a:p>
            <a:pPr marL="0" indent="0" algn="l">
              <a:lnSpc>
                <a:spcPts val="2700"/>
              </a:lnSpc>
              <a:spcBef>
                <a:spcPts val="0"/>
              </a:spcBef>
              <a:spcAft>
                <a:spcPts val="0"/>
              </a:spcAft>
              <a:buNone/>
            </a:pPr>
            <a:r>
              <a:rPr lang="en-US" altLang="zh-CN" sz="1600" b="0" i="1" u="none" strike="noStrike" kern="1200" cap="none" spc="0" baseline="0">
                <a:solidFill>
                  <a:srgbClr val="FAFAFA"/>
                </a:solidFill>
                <a:latin typeface="Source Sans 3" pitchFamily="34" charset="0"/>
                <a:ea typeface="Source Sans 3" pitchFamily="34" charset="0"/>
                <a:cs typeface="Source Sans 3" pitchFamily="34" charset="0"/>
              </a:rPr>
              <a:t>Nastro Bliss is a beloved restaurant situated at Johannesburg known for contemporary African cuisine and specializing in grill and fire menu items. Catering to local residence, corporate partners and to tourists to showcase their take and expertise </a:t>
            </a:r>
            <a:r>
              <a:rPr lang="en-US" altLang="zh-CN" sz="1600" b="0" i="1" u="none" strike="noStrike" kern="1200" cap="none" spc="0" baseline="0">
                <a:solidFill>
                  <a:srgbClr val="FAFAFA"/>
                </a:solidFill>
                <a:latin typeface="Source Sans 3" pitchFamily="34" charset="0"/>
                <a:ea typeface="Source Sans 3" pitchFamily="34" charset="0"/>
                <a:cs typeface="Source Sans 3" pitchFamily="34" charset="0"/>
              </a:rPr>
              <a:t>in </a:t>
            </a:r>
            <a:r>
              <a:rPr lang="en-US" altLang="zh-CN" sz="1600" b="0" i="1" u="none" strike="noStrike" kern="1200" cap="none" spc="0" baseline="0">
                <a:solidFill>
                  <a:srgbClr val="FAFAFA"/>
                </a:solidFill>
                <a:latin typeface="Source Sans 3" pitchFamily="34" charset="0"/>
                <a:ea typeface="Source Sans 3" pitchFamily="34" charset="0"/>
                <a:cs typeface="Source Sans 3" pitchFamily="34" charset="0"/>
              </a:rPr>
              <a:t>African cuisine.</a:t>
            </a:r>
            <a:endParaRPr lang="zh-CN" altLang="en-US" sz="1600" b="0" i="1" u="none" strike="noStrike" kern="1200" cap="none" spc="0" baseline="0">
              <a:solidFill>
                <a:srgbClr val="FAFAFA"/>
              </a:solidFill>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165213732"/>
      </p:ext>
    </p:extLst>
  </p:cSld>
  <p:clrMapOvr>
    <a:masterClrMapping/>
  </p:clrMapOvr>
  <p:transition spd="slow"/>
</p:sld>
</file>

<file path=ppt/slides/slide3.xml><?xml version="1.0" encoding="utf-8"?>
<p:sld xmlns:p="http://schemas.openxmlformats.org/presentationml/2006/main" xmlns:r="http://schemas.openxmlformats.org/officeDocument/2006/relationships" xmlns:a="http://schemas.openxmlformats.org/drawingml/2006/main">
  <p:cSld>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sp>
        <p:nvSpPr>
          <p:cNvPr id="32" name="Text box"/>
          <p:cNvSpPr>
            <a:spLocks noGrp="1"/>
          </p:cNvSpPr>
          <p:nvPr>
            <p:ph type="title"/>
          </p:nvPr>
        </p:nvSpPr>
        <p:spPr>
          <a:xfrm rot="0">
            <a:off x="454599" y="355046"/>
            <a:ext cx="6781798" cy="1271150"/>
          </a:xfrm>
          <a:prstGeom prst="rect"/>
          <a:noFill/>
          <a:ln w="12700" cmpd="sng" cap="flat">
            <a:noFill/>
            <a:prstDash val="solid"/>
            <a:miter/>
          </a:ln>
        </p:spPr>
        <p:txBody>
          <a:bodyPr vert="horz" wrap="square" lIns="0" tIns="0" rIns="0" bIns="0" anchor="t" anchorCtr="0">
            <a:prstTxWarp prst="textNoShape"/>
          </a:bodyPr>
          <a:lstStyle/>
          <a:p>
            <a:pPr marL="0" indent="0" algn="l">
              <a:lnSpc>
                <a:spcPts val="5450"/>
              </a:lnSpc>
              <a:spcBef>
                <a:spcPts val="0"/>
              </a:spcBef>
              <a:spcAft>
                <a:spcPts val="0"/>
              </a:spcAft>
              <a:buNone/>
            </a:pPr>
            <a:r>
              <a:rPr lang="en-US" altLang="zh-CN" sz="3200" b="0" i="0" u="none" strike="noStrike" kern="1200" cap="none" spc="0" baseline="0">
                <a:solidFill>
                  <a:srgbClr val="F98AC7"/>
                </a:solidFill>
                <a:latin typeface="Lora" pitchFamily="34" charset="0"/>
                <a:ea typeface="Lora" pitchFamily="34" charset="0"/>
                <a:cs typeface="Lora" pitchFamily="34" charset="0"/>
              </a:rPr>
              <a:t>Current Operational</a:t>
            </a:r>
            <a:br>
              <a:rPr lang="zh-CN" altLang="en-US" sz="3200" b="0" i="0" u="none" strike="noStrike" kern="1200" cap="none" spc="0" baseline="0">
                <a:solidFill>
                  <a:srgbClr val="F98AC7"/>
                </a:solidFill>
                <a:latin typeface="Lora" pitchFamily="34" charset="0"/>
                <a:ea typeface="Lora" pitchFamily="34" charset="0"/>
                <a:cs typeface="Lora" pitchFamily="34" charset="0"/>
              </a:rPr>
            </a:br>
            <a:r>
              <a:rPr lang="en-US" altLang="zh-CN" sz="3200" b="0" i="0" u="none" strike="noStrike" kern="1200" cap="none" spc="0" baseline="0">
                <a:solidFill>
                  <a:srgbClr val="F98AC7"/>
                </a:solidFill>
                <a:latin typeface="Lora" pitchFamily="34" charset="0"/>
                <a:ea typeface="Lora" pitchFamily="34" charset="0"/>
                <a:cs typeface="Lora" pitchFamily="34" charset="0"/>
              </a:rPr>
              <a:t>Challenges</a:t>
            </a:r>
            <a:endParaRPr lang="zh-CN" altLang="en-US" sz="3200" b="0" i="0" u="none" strike="noStrike" kern="1200" cap="none" spc="0" baseline="0">
              <a:solidFill>
                <a:schemeClr val="tx1"/>
              </a:solidFill>
              <a:latin typeface="Aptos Display" pitchFamily="0" charset="0"/>
              <a:ea typeface="等线 Light" pitchFamily="0" charset="0"/>
              <a:cs typeface="Lucida Sans" pitchFamily="0" charset="0"/>
            </a:endParaRPr>
          </a:p>
        </p:txBody>
      </p:sp>
      <p:sp>
        <p:nvSpPr>
          <p:cNvPr id="33" name="Rounded rectangle"/>
          <p:cNvSpPr>
            <a:spLocks/>
          </p:cNvSpPr>
          <p:nvPr/>
        </p:nvSpPr>
        <p:spPr>
          <a:xfrm rot="0">
            <a:off x="364452" y="1762873"/>
            <a:ext cx="3254332" cy="3230404"/>
          </a:xfrm>
          <a:prstGeom prst="roundRect">
            <a:avLst>
              <a:gd name="adj" fmla="val 1097"/>
            </a:avLst>
          </a:prstGeom>
          <a:solidFill>
            <a:srgbClr val="444752"/>
          </a:solidFill>
          <a:ln w="12700" cmpd="sng" cap="flat">
            <a:noFill/>
            <a:prstDash val="solid"/>
            <a:miter/>
          </a:ln>
        </p:spPr>
      </p:sp>
      <p:sp>
        <p:nvSpPr>
          <p:cNvPr id="34" name="Rectangles"/>
          <p:cNvSpPr>
            <a:spLocks/>
          </p:cNvSpPr>
          <p:nvPr/>
        </p:nvSpPr>
        <p:spPr>
          <a:xfrm rot="0">
            <a:off x="691711" y="2195195"/>
            <a:ext cx="2780108" cy="347424"/>
          </a:xfrm>
          <a:prstGeom prst="rect"/>
          <a:noFill/>
          <a:ln w="12700" cmpd="sng" cap="flat">
            <a:noFill/>
            <a:prstDash val="solid"/>
            <a:miter/>
          </a:ln>
        </p:spPr>
        <p:txBody>
          <a:bodyPr vert="horz" wrap="none" lIns="0" tIns="0" rIns="0" bIns="0" anchor="t" anchorCtr="0">
            <a:prstTxWarp prst="textNoShape"/>
          </a:bodyPr>
          <a:lstStyle/>
          <a:p>
            <a:pPr marL="0" indent="0" algn="l">
              <a:lnSpc>
                <a:spcPts val="2700"/>
              </a:lnSpc>
              <a:spcBef>
                <a:spcPts val="0"/>
              </a:spcBef>
              <a:spcAft>
                <a:spcPts val="0"/>
              </a:spcAft>
              <a:buNone/>
            </a:pPr>
            <a:r>
              <a:rPr lang="en-US" altLang="zh-CN" sz="2150" b="0" i="0" u="none" strike="noStrike" kern="1200" cap="none" spc="0" baseline="0">
                <a:solidFill>
                  <a:srgbClr val="D6E5EF"/>
                </a:solidFill>
                <a:latin typeface="Lora" pitchFamily="34" charset="0"/>
                <a:ea typeface="Lora" pitchFamily="34" charset="0"/>
                <a:cs typeface="Lora" pitchFamily="34" charset="0"/>
              </a:rPr>
              <a:t>Booking Confusion</a:t>
            </a:r>
            <a:endParaRPr lang="zh-CN" altLang="en-US" sz="2150" b="0" i="0" u="none" strike="noStrike" kern="1200" cap="none" spc="0" baseline="0">
              <a:solidFill>
                <a:schemeClr val="tx1"/>
              </a:solidFill>
              <a:latin typeface="Aptos" pitchFamily="0" charset="0"/>
              <a:ea typeface="等线" pitchFamily="0" charset="0"/>
              <a:cs typeface="Aptos" pitchFamily="0" charset="0"/>
            </a:endParaRPr>
          </a:p>
        </p:txBody>
      </p:sp>
      <p:sp>
        <p:nvSpPr>
          <p:cNvPr id="35" name="Rectangles"/>
          <p:cNvSpPr>
            <a:spLocks/>
          </p:cNvSpPr>
          <p:nvPr/>
        </p:nvSpPr>
        <p:spPr>
          <a:xfrm rot="0">
            <a:off x="735332" y="2649102"/>
            <a:ext cx="2736488" cy="1666279"/>
          </a:xfrm>
          <a:prstGeom prst="rect"/>
          <a:noFill/>
          <a:ln w="12700" cmpd="sng" cap="flat">
            <a:noFill/>
            <a:prstDash val="solid"/>
            <a:miter/>
          </a:ln>
        </p:spPr>
        <p:txBody>
          <a:bodyPr vert="horz" wrap="square" lIns="0" tIns="0" rIns="0" bIns="0" anchor="t" anchorCtr="0">
            <a:prstTxWarp prst="textNoShape"/>
          </a:bodyPr>
          <a:lstStyle/>
          <a:p>
            <a:pPr marL="0" indent="0" algn="l">
              <a:lnSpc>
                <a:spcPts val="2950"/>
              </a:lnSpc>
              <a:spcBef>
                <a:spcPts val="0"/>
              </a:spcBef>
              <a:spcAft>
                <a:spcPts val="0"/>
              </a:spcAft>
              <a:buNone/>
            </a:pPr>
            <a:r>
              <a:rPr lang="en-US" altLang="zh-CN" sz="1600" b="0" i="1" u="none" strike="noStrike" kern="1200" cap="none" spc="0" baseline="0">
                <a:solidFill>
                  <a:srgbClr val="D6E5EF"/>
                </a:solidFill>
                <a:latin typeface="Source Sans 3" pitchFamily="34" charset="0"/>
                <a:ea typeface="Source Sans 3" pitchFamily="34" charset="0"/>
                <a:cs typeface="Source Sans 3" pitchFamily="34" charset="0"/>
              </a:rPr>
              <a:t>Reservation requests come through multiple channels—phone, walk-ins, social media. Information gets lost, double-booked tables create frustration.</a:t>
            </a:r>
            <a:endParaRPr lang="zh-CN" altLang="en-US" sz="1600" b="0" i="1" u="none" strike="noStrike" kern="1200" cap="none" spc="0" baseline="0">
              <a:solidFill>
                <a:schemeClr val="tx1"/>
              </a:solidFill>
              <a:latin typeface="Aptos" pitchFamily="0" charset="0"/>
              <a:ea typeface="等线" pitchFamily="0" charset="0"/>
              <a:cs typeface="Aptos" pitchFamily="0" charset="0"/>
            </a:endParaRPr>
          </a:p>
        </p:txBody>
      </p:sp>
      <p:pic>
        <p:nvPicPr>
          <p:cNvPr id="36" name="Images"/>
          <p:cNvPicPr>
            <a:picLocks noChangeAspect="1"/>
          </p:cNvPicPr>
          <p:nvPr/>
        </p:nvPicPr>
        <p:blipFill>
          <a:blip r:embed="rId1" cstate="print"/>
          <a:stretch>
            <a:fillRect/>
          </a:stretch>
        </p:blipFill>
        <p:spPr>
          <a:xfrm rot="0">
            <a:off x="7619998" y="0"/>
            <a:ext cx="4572001" cy="6858000"/>
          </a:xfrm>
          <a:prstGeom prst="rect"/>
          <a:noFill/>
          <a:ln w="12700" cmpd="sng" cap="flat">
            <a:noFill/>
            <a:prstDash val="solid"/>
            <a:miter/>
          </a:ln>
        </p:spPr>
      </p:pic>
      <p:sp>
        <p:nvSpPr>
          <p:cNvPr id="37" name="Rounded rectangle"/>
          <p:cNvSpPr>
            <a:spLocks/>
          </p:cNvSpPr>
          <p:nvPr/>
        </p:nvSpPr>
        <p:spPr>
          <a:xfrm rot="0">
            <a:off x="4007016" y="1762873"/>
            <a:ext cx="3218268" cy="3230404"/>
          </a:xfrm>
          <a:prstGeom prst="roundRect">
            <a:avLst>
              <a:gd name="adj" fmla="val 1097"/>
            </a:avLst>
          </a:prstGeom>
          <a:solidFill>
            <a:srgbClr val="444752"/>
          </a:solidFill>
          <a:ln w="12700" cmpd="sng" cap="flat">
            <a:noFill/>
            <a:prstDash val="solid"/>
            <a:miter/>
          </a:ln>
        </p:spPr>
      </p:sp>
      <p:sp>
        <p:nvSpPr>
          <p:cNvPr id="38" name="Rounded rectangle"/>
          <p:cNvSpPr>
            <a:spLocks/>
          </p:cNvSpPr>
          <p:nvPr/>
        </p:nvSpPr>
        <p:spPr>
          <a:xfrm rot="0">
            <a:off x="454599" y="5202423"/>
            <a:ext cx="6756787" cy="1104247"/>
          </a:xfrm>
          <a:prstGeom prst="roundRect">
            <a:avLst>
              <a:gd name="adj" fmla="val 2064"/>
            </a:avLst>
          </a:prstGeom>
          <a:solidFill>
            <a:srgbClr val="444752"/>
          </a:solidFill>
          <a:ln w="12700" cmpd="sng" cap="flat">
            <a:noFill/>
            <a:prstDash val="solid"/>
            <a:miter/>
          </a:ln>
        </p:spPr>
      </p:sp>
      <p:sp>
        <p:nvSpPr>
          <p:cNvPr id="39" name="Rectangles"/>
          <p:cNvSpPr>
            <a:spLocks/>
          </p:cNvSpPr>
          <p:nvPr/>
        </p:nvSpPr>
        <p:spPr>
          <a:xfrm rot="0">
            <a:off x="4274410" y="2195195"/>
            <a:ext cx="2780107" cy="347424"/>
          </a:xfrm>
          <a:prstGeom prst="rect"/>
          <a:noFill/>
          <a:ln w="12700" cmpd="sng" cap="flat">
            <a:noFill/>
            <a:prstDash val="solid"/>
            <a:miter/>
          </a:ln>
        </p:spPr>
        <p:txBody>
          <a:bodyPr vert="horz" wrap="none" lIns="0" tIns="0" rIns="0" bIns="0" anchor="t" anchorCtr="0">
            <a:prstTxWarp prst="textNoShape"/>
          </a:bodyPr>
          <a:lstStyle/>
          <a:p>
            <a:pPr marL="0" indent="0" algn="l">
              <a:lnSpc>
                <a:spcPts val="2700"/>
              </a:lnSpc>
              <a:spcBef>
                <a:spcPts val="0"/>
              </a:spcBef>
              <a:spcAft>
                <a:spcPts val="0"/>
              </a:spcAft>
              <a:buNone/>
            </a:pPr>
            <a:r>
              <a:rPr lang="en-US" altLang="zh-CN" sz="2150" b="0" i="0" u="none" strike="noStrike" kern="1200" cap="none" spc="0" baseline="0">
                <a:solidFill>
                  <a:srgbClr val="D6E5EF"/>
                </a:solidFill>
                <a:latin typeface="Lora" pitchFamily="34" charset="0"/>
                <a:ea typeface="Lora" pitchFamily="34" charset="0"/>
                <a:cs typeface="Lora" pitchFamily="34" charset="0"/>
              </a:rPr>
              <a:t>Order Mix-ups</a:t>
            </a:r>
            <a:endParaRPr lang="zh-CN" altLang="en-US" sz="2150" b="0" i="0" u="none" strike="noStrike" kern="1200" cap="none" spc="0" baseline="0">
              <a:solidFill>
                <a:schemeClr val="tx1"/>
              </a:solidFill>
              <a:latin typeface="Aptos" pitchFamily="0" charset="0"/>
              <a:ea typeface="等线" pitchFamily="0" charset="0"/>
              <a:cs typeface="Aptos" pitchFamily="0" charset="0"/>
            </a:endParaRPr>
          </a:p>
        </p:txBody>
      </p:sp>
      <p:sp>
        <p:nvSpPr>
          <p:cNvPr id="40" name="Rectangles"/>
          <p:cNvSpPr>
            <a:spLocks/>
          </p:cNvSpPr>
          <p:nvPr/>
        </p:nvSpPr>
        <p:spPr>
          <a:xfrm rot="0">
            <a:off x="4056944" y="2746492"/>
            <a:ext cx="2780107" cy="1890713"/>
          </a:xfrm>
          <a:prstGeom prst="rect"/>
          <a:noFill/>
          <a:ln w="12700" cmpd="sng" cap="flat">
            <a:noFill/>
            <a:prstDash val="solid"/>
            <a:miter/>
          </a:ln>
        </p:spPr>
        <p:txBody>
          <a:bodyPr vert="horz" wrap="square" lIns="0" tIns="0" rIns="0" bIns="0" anchor="t" anchorCtr="0">
            <a:prstTxWarp prst="textNoShape"/>
          </a:bodyPr>
          <a:lstStyle/>
          <a:p>
            <a:pPr marL="0" indent="0" algn="l">
              <a:lnSpc>
                <a:spcPts val="2950"/>
              </a:lnSpc>
              <a:spcBef>
                <a:spcPts val="0"/>
              </a:spcBef>
              <a:spcAft>
                <a:spcPts val="0"/>
              </a:spcAft>
              <a:buNone/>
            </a:pPr>
            <a:r>
              <a:rPr lang="en-US" altLang="zh-CN" sz="1600" b="0" i="1" u="none" strike="noStrike" kern="1200" cap="none" spc="0" baseline="0">
                <a:solidFill>
                  <a:srgbClr val="D6E5EF"/>
                </a:solidFill>
                <a:latin typeface="Source Sans 3" pitchFamily="34" charset="0"/>
                <a:ea typeface="Source Sans 3" pitchFamily="34" charset="0"/>
                <a:cs typeface="Source Sans 3" pitchFamily="34" charset="0"/>
              </a:rPr>
              <a:t>Orders placed verbally or via text lead to incorrect items, forgotten requests, and unhappy customers during peak hours.</a:t>
            </a:r>
            <a:endParaRPr lang="zh-CN" altLang="en-US" sz="1600" b="0" i="1" u="none" strike="noStrike" kern="1200" cap="none" spc="0" baseline="0">
              <a:solidFill>
                <a:schemeClr val="tx1"/>
              </a:solidFill>
              <a:latin typeface="Aptos" pitchFamily="0" charset="0"/>
              <a:ea typeface="等线" pitchFamily="0" charset="0"/>
              <a:cs typeface="Aptos" pitchFamily="0" charset="0"/>
            </a:endParaRPr>
          </a:p>
        </p:txBody>
      </p:sp>
      <p:sp>
        <p:nvSpPr>
          <p:cNvPr id="41" name="Rectangles"/>
          <p:cNvSpPr>
            <a:spLocks/>
          </p:cNvSpPr>
          <p:nvPr/>
        </p:nvSpPr>
        <p:spPr>
          <a:xfrm rot="0">
            <a:off x="735332" y="5202423"/>
            <a:ext cx="2780108" cy="347424"/>
          </a:xfrm>
          <a:prstGeom prst="rect"/>
          <a:noFill/>
          <a:ln w="12700" cmpd="sng" cap="flat">
            <a:noFill/>
            <a:prstDash val="solid"/>
            <a:miter/>
          </a:ln>
        </p:spPr>
        <p:txBody>
          <a:bodyPr vert="horz" wrap="none" lIns="0" tIns="0" rIns="0" bIns="0" anchor="t" anchorCtr="0">
            <a:prstTxWarp prst="textNoShape"/>
          </a:bodyPr>
          <a:lstStyle/>
          <a:p>
            <a:pPr marL="0" indent="0" algn="l">
              <a:lnSpc>
                <a:spcPts val="2700"/>
              </a:lnSpc>
              <a:spcBef>
                <a:spcPts val="0"/>
              </a:spcBef>
              <a:spcAft>
                <a:spcPts val="0"/>
              </a:spcAft>
              <a:buNone/>
            </a:pPr>
            <a:r>
              <a:rPr lang="en-US" altLang="zh-CN" sz="1800" b="0" i="0" u="none" strike="noStrike" kern="1200" cap="none" spc="0" baseline="0">
                <a:solidFill>
                  <a:srgbClr val="D6E5EF"/>
                </a:solidFill>
                <a:latin typeface="Lora" pitchFamily="34" charset="0"/>
                <a:ea typeface="Lora" pitchFamily="34" charset="0"/>
                <a:cs typeface="Lora" pitchFamily="34" charset="0"/>
              </a:rPr>
              <a:t>No Digital Presence</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42" name="Rectangles"/>
          <p:cNvSpPr>
            <a:spLocks/>
          </p:cNvSpPr>
          <p:nvPr/>
        </p:nvSpPr>
        <p:spPr>
          <a:xfrm rot="0">
            <a:off x="651588" y="5611647"/>
            <a:ext cx="6362808" cy="730497"/>
          </a:xfrm>
          <a:prstGeom prst="rect"/>
          <a:noFill/>
          <a:ln w="12700" cmpd="sng" cap="flat">
            <a:noFill/>
            <a:prstDash val="solid"/>
            <a:miter/>
          </a:ln>
        </p:spPr>
        <p:txBody>
          <a:bodyPr vert="horz" wrap="square" lIns="0" tIns="0" rIns="0" bIns="0" anchor="t" anchorCtr="0">
            <a:prstTxWarp prst="textNoShape"/>
          </a:bodyPr>
          <a:lstStyle/>
          <a:p>
            <a:pPr marL="0" indent="0" algn="l">
              <a:lnSpc>
                <a:spcPts val="2950"/>
              </a:lnSpc>
              <a:spcBef>
                <a:spcPts val="0"/>
              </a:spcBef>
              <a:spcAft>
                <a:spcPts val="0"/>
              </a:spcAft>
              <a:buNone/>
            </a:pPr>
            <a:r>
              <a:rPr lang="en-US" altLang="zh-CN" sz="1600" b="0" i="0" u="none" strike="noStrike" kern="1200" cap="none" spc="0" baseline="0">
                <a:solidFill>
                  <a:srgbClr val="D6E5EF"/>
                </a:solidFill>
                <a:latin typeface="Source Sans 3" pitchFamily="34" charset="0"/>
                <a:ea typeface="Source Sans 3" pitchFamily="34" charset="0"/>
                <a:cs typeface="Source Sans 3" pitchFamily="34" charset="0"/>
              </a:rPr>
              <a:t>Without an organized online platform, customers can't easily find menu information, hours, or availability—hurting discoverability.</a:t>
            </a:r>
            <a:endParaRPr lang="zh-CN" altLang="en-US" sz="1600" b="0" i="0" u="none" strike="noStrike" kern="1200" cap="none" spc="0" baseline="0">
              <a:solidFill>
                <a:schemeClr val="tx1"/>
              </a:solidFill>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1329101765"/>
      </p:ext>
    </p:extLst>
  </p:cSld>
  <p:clrMapOvr>
    <a:masterClrMapping/>
  </p:clrMapOvr>
  <p:transition spd="slow"/>
</p:sld>
</file>

<file path=ppt/slides/slide4.xml><?xml version="1.0" encoding="utf-8"?>
<p:sld xmlns:p="http://schemas.openxmlformats.org/presentationml/2006/main" xmlns:r="http://schemas.openxmlformats.org/officeDocument/2006/relationships" xmlns:a="http://schemas.openxmlformats.org/drawingml/2006/main">
  <p:cSld>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sp>
        <p:nvSpPr>
          <p:cNvPr id="51" name="Text box"/>
          <p:cNvSpPr>
            <a:spLocks noGrp="1"/>
          </p:cNvSpPr>
          <p:nvPr>
            <p:ph type="title"/>
          </p:nvPr>
        </p:nvSpPr>
        <p:spPr>
          <a:xfrm rot="0">
            <a:off x="838200" y="365124"/>
            <a:ext cx="10515600" cy="699176"/>
          </a:xfrm>
          <a:prstGeom prst="rect"/>
          <a:noFill/>
          <a:ln w="12700" cmpd="sng" cap="flat">
            <a:noFill/>
            <a:prstDash val="solid"/>
            <a:miter/>
          </a:ln>
        </p:spPr>
        <p:txBody>
          <a:bodyPr vert="horz" wrap="none" lIns="0" tIns="0" rIns="0" bIns="0" anchor="t" anchorCtr="0">
            <a:prstTxWarp prst="textNoShape"/>
          </a:bodyPr>
          <a:lstStyle/>
          <a:p>
            <a:pPr marL="0" indent="0" algn="l">
              <a:lnSpc>
                <a:spcPts val="5500"/>
              </a:lnSpc>
              <a:spcBef>
                <a:spcPts val="0"/>
              </a:spcBef>
              <a:spcAft>
                <a:spcPts val="0"/>
              </a:spcAft>
              <a:buNone/>
            </a:pPr>
            <a:r>
              <a:rPr lang="en-US" altLang="zh-CN" sz="4400" b="0" i="0" u="none" strike="noStrike" kern="1200" cap="none" spc="0" baseline="0">
                <a:solidFill>
                  <a:srgbClr val="F98AC7"/>
                </a:solidFill>
                <a:latin typeface="Lora" pitchFamily="34" charset="0"/>
                <a:ea typeface="Lora" pitchFamily="34" charset="0"/>
                <a:cs typeface="Lora" pitchFamily="34" charset="0"/>
              </a:rPr>
              <a:t>The Business Impact</a:t>
            </a:r>
            <a:endParaRPr lang="zh-CN" altLang="en-US" sz="4400" b="0" i="0" u="none" strike="noStrike" kern="1200" cap="none" spc="0" baseline="0">
              <a:solidFill>
                <a:schemeClr val="tx1"/>
              </a:solidFill>
              <a:latin typeface="Aptos Display" pitchFamily="0" charset="0"/>
              <a:ea typeface="等线 Light" pitchFamily="0" charset="0"/>
              <a:cs typeface="Lucida Sans" pitchFamily="0" charset="0"/>
            </a:endParaRPr>
          </a:p>
        </p:txBody>
      </p:sp>
      <p:pic>
        <p:nvPicPr>
          <p:cNvPr id="52" name="Images" descr="preencoded.png"/>
          <p:cNvPicPr>
            <a:picLocks noChangeAspect="1"/>
          </p:cNvPicPr>
          <p:nvPr/>
        </p:nvPicPr>
        <p:blipFill>
          <a:blip r:embed="rId1" cstate="print"/>
          <a:stretch>
            <a:fillRect/>
          </a:stretch>
        </p:blipFill>
        <p:spPr>
          <a:xfrm rot="0">
            <a:off x="348196" y="1395888"/>
            <a:ext cx="3590687" cy="3590687"/>
          </a:xfrm>
          <a:prstGeom prst="rect"/>
          <a:noFill/>
          <a:ln w="12700" cmpd="sng" cap="flat">
            <a:noFill/>
            <a:prstDash val="solid"/>
            <a:miter/>
          </a:ln>
        </p:spPr>
      </p:pic>
      <p:pic>
        <p:nvPicPr>
          <p:cNvPr id="53" name="Images" descr="preencoded.png"/>
          <p:cNvPicPr>
            <a:picLocks noChangeAspect="1"/>
          </p:cNvPicPr>
          <p:nvPr/>
        </p:nvPicPr>
        <p:blipFill>
          <a:blip r:embed="rId2" cstate="print"/>
          <a:stretch>
            <a:fillRect/>
          </a:stretch>
        </p:blipFill>
        <p:spPr>
          <a:xfrm rot="0">
            <a:off x="4495529" y="1395888"/>
            <a:ext cx="3590687" cy="3590687"/>
          </a:xfrm>
          <a:prstGeom prst="rect"/>
          <a:noFill/>
          <a:ln w="12700" cmpd="sng" cap="flat">
            <a:noFill/>
            <a:prstDash val="solid"/>
            <a:miter/>
          </a:ln>
        </p:spPr>
      </p:pic>
      <p:pic>
        <p:nvPicPr>
          <p:cNvPr id="54" name="Images" descr="preencoded.png"/>
          <p:cNvPicPr>
            <a:picLocks noChangeAspect="1"/>
          </p:cNvPicPr>
          <p:nvPr/>
        </p:nvPicPr>
        <p:blipFill>
          <a:blip r:embed="rId3" cstate="print"/>
          <a:stretch>
            <a:fillRect/>
          </a:stretch>
        </p:blipFill>
        <p:spPr>
          <a:xfrm rot="0">
            <a:off x="8269682" y="1395888"/>
            <a:ext cx="3590685" cy="3590687"/>
          </a:xfrm>
          <a:prstGeom prst="rect"/>
          <a:noFill/>
          <a:ln w="12700" cmpd="sng" cap="flat">
            <a:noFill/>
            <a:prstDash val="solid"/>
            <a:miter/>
          </a:ln>
        </p:spPr>
      </p:pic>
      <p:sp>
        <p:nvSpPr>
          <p:cNvPr id="55" name="Rectangles"/>
          <p:cNvSpPr>
            <a:spLocks/>
          </p:cNvSpPr>
          <p:nvPr/>
        </p:nvSpPr>
        <p:spPr>
          <a:xfrm rot="0">
            <a:off x="1498962" y="2797580"/>
            <a:ext cx="1289153" cy="63436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3600" b="0" i="0" u="none" strike="noStrike" kern="1200" cap="none" spc="0" baseline="0">
                <a:solidFill>
                  <a:srgbClr val="FAFAFA"/>
                </a:solidFill>
                <a:latin typeface="Aptos" pitchFamily="0" charset="0"/>
                <a:ea typeface="等线" pitchFamily="0" charset="0"/>
                <a:cs typeface="Aptos" pitchFamily="0" charset="0"/>
              </a:rPr>
              <a:t>30%</a:t>
            </a:r>
            <a:endParaRPr lang="zh-CN" altLang="en-US" sz="3600" b="0" i="0" u="none" strike="noStrike" kern="1200" cap="none" spc="0" baseline="0">
              <a:solidFill>
                <a:srgbClr val="FAFAFA"/>
              </a:solidFill>
              <a:latin typeface="Aptos" pitchFamily="0" charset="0"/>
              <a:ea typeface="等线" pitchFamily="0" charset="0"/>
              <a:cs typeface="Aptos" pitchFamily="0" charset="0"/>
            </a:endParaRPr>
          </a:p>
        </p:txBody>
      </p:sp>
      <p:sp>
        <p:nvSpPr>
          <p:cNvPr id="56" name="Rectangles"/>
          <p:cNvSpPr>
            <a:spLocks/>
          </p:cNvSpPr>
          <p:nvPr/>
        </p:nvSpPr>
        <p:spPr>
          <a:xfrm rot="0">
            <a:off x="5608819" y="2797580"/>
            <a:ext cx="1286655" cy="63436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3600" b="0" i="0" u="none" strike="noStrike" kern="1200" cap="none" spc="0" baseline="0">
                <a:solidFill>
                  <a:srgbClr val="FAFAFA"/>
                </a:solidFill>
                <a:latin typeface="Aptos" pitchFamily="0" charset="0"/>
                <a:ea typeface="等线" pitchFamily="0" charset="0"/>
                <a:cs typeface="Aptos" pitchFamily="0" charset="0"/>
              </a:rPr>
              <a:t>40%</a:t>
            </a:r>
            <a:endParaRPr lang="zh-CN" altLang="en-US" sz="3600" b="0" i="0" u="none" strike="noStrike" kern="1200" cap="none" spc="0" baseline="0">
              <a:solidFill>
                <a:srgbClr val="FAFAFA"/>
              </a:solidFill>
              <a:latin typeface="Aptos" pitchFamily="0" charset="0"/>
              <a:ea typeface="等线" pitchFamily="0" charset="0"/>
              <a:cs typeface="Aptos" pitchFamily="0" charset="0"/>
            </a:endParaRPr>
          </a:p>
        </p:txBody>
      </p:sp>
      <p:sp>
        <p:nvSpPr>
          <p:cNvPr id="57" name="Rectangles"/>
          <p:cNvSpPr>
            <a:spLocks/>
          </p:cNvSpPr>
          <p:nvPr/>
        </p:nvSpPr>
        <p:spPr>
          <a:xfrm rot="0">
            <a:off x="9563725" y="2814562"/>
            <a:ext cx="1069296" cy="634365"/>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ct val="100000"/>
              </a:lnSpc>
              <a:spcBef>
                <a:spcPts val="0"/>
              </a:spcBef>
              <a:spcAft>
                <a:spcPts val="0"/>
              </a:spcAft>
              <a:buNone/>
            </a:pPr>
            <a:r>
              <a:rPr lang="en-US" altLang="zh-CN" sz="3600" b="0" i="0" u="none" strike="noStrike" kern="1200" cap="none" spc="0" baseline="0">
                <a:solidFill>
                  <a:srgbClr val="FAFAFA"/>
                </a:solidFill>
                <a:latin typeface="Aptos" pitchFamily="0" charset="0"/>
                <a:ea typeface="等线" pitchFamily="0" charset="0"/>
                <a:cs typeface="Aptos" pitchFamily="0" charset="0"/>
              </a:rPr>
              <a:t>25%</a:t>
            </a:r>
            <a:endParaRPr lang="zh-CN" altLang="en-US" sz="3600" b="0" i="0" u="none" strike="noStrike" kern="1200" cap="none" spc="0" baseline="0">
              <a:solidFill>
                <a:srgbClr val="FAFAFA"/>
              </a:solidFill>
              <a:latin typeface="Aptos" pitchFamily="0" charset="0"/>
              <a:ea typeface="等线" pitchFamily="0" charset="0"/>
              <a:cs typeface="Aptos" pitchFamily="0" charset="0"/>
            </a:endParaRPr>
          </a:p>
        </p:txBody>
      </p:sp>
      <p:sp>
        <p:nvSpPr>
          <p:cNvPr id="58" name="Rectangles"/>
          <p:cNvSpPr>
            <a:spLocks/>
          </p:cNvSpPr>
          <p:nvPr/>
        </p:nvSpPr>
        <p:spPr>
          <a:xfrm rot="0">
            <a:off x="604576" y="5229983"/>
            <a:ext cx="2816185" cy="351948"/>
          </a:xfrm>
          <a:prstGeom prst="rect"/>
          <a:noFill/>
          <a:ln w="12700" cmpd="sng" cap="flat">
            <a:noFill/>
            <a:prstDash val="solid"/>
            <a:miter/>
          </a:ln>
        </p:spPr>
        <p:txBody>
          <a:bodyPr vert="horz" wrap="none" lIns="0" tIns="0" rIns="0" bIns="0" anchor="t" anchorCtr="0">
            <a:prstTxWarp prst="textNoShape"/>
          </a:bodyPr>
          <a:lstStyle/>
          <a:p>
            <a:pPr marL="0" indent="0" algn="ctr">
              <a:lnSpc>
                <a:spcPts val="2750"/>
              </a:lnSpc>
              <a:spcBef>
                <a:spcPts val="0"/>
              </a:spcBef>
              <a:spcAft>
                <a:spcPts val="0"/>
              </a:spcAft>
              <a:buNone/>
            </a:pPr>
            <a:r>
              <a:rPr lang="en-US" altLang="zh-CN" sz="2200" b="0" i="0" u="none" strike="noStrike" kern="1200" cap="none" spc="0" baseline="0">
                <a:solidFill>
                  <a:schemeClr val="tx1"/>
                </a:solidFill>
                <a:latin typeface="Lora" pitchFamily="34" charset="0"/>
                <a:ea typeface="Lora" pitchFamily="34" charset="0"/>
                <a:cs typeface="Lora" pitchFamily="34" charset="0"/>
              </a:rPr>
              <a:t>Lost Revenue</a:t>
            </a:r>
            <a:endParaRPr lang="zh-CN" altLang="en-US" sz="2200" b="0" i="0" u="none" strike="noStrike" kern="1200" cap="none" spc="0" baseline="0">
              <a:solidFill>
                <a:schemeClr val="tx1"/>
              </a:solidFill>
              <a:latin typeface="Aptos" pitchFamily="0" charset="0"/>
              <a:ea typeface="等线" pitchFamily="0" charset="0"/>
              <a:cs typeface="Aptos" pitchFamily="0" charset="0"/>
            </a:endParaRPr>
          </a:p>
        </p:txBody>
      </p:sp>
      <p:sp>
        <p:nvSpPr>
          <p:cNvPr id="59" name="Rectangles"/>
          <p:cNvSpPr>
            <a:spLocks/>
          </p:cNvSpPr>
          <p:nvPr/>
        </p:nvSpPr>
        <p:spPr>
          <a:xfrm rot="0">
            <a:off x="4844053" y="5229982"/>
            <a:ext cx="2816185" cy="351948"/>
          </a:xfrm>
          <a:prstGeom prst="rect"/>
          <a:noFill/>
          <a:ln w="12700" cmpd="sng" cap="flat">
            <a:noFill/>
            <a:prstDash val="solid"/>
            <a:miter/>
          </a:ln>
        </p:spPr>
        <p:txBody>
          <a:bodyPr vert="horz" wrap="none" lIns="0" tIns="0" rIns="0" bIns="0" anchor="t" anchorCtr="0">
            <a:prstTxWarp prst="textNoShape"/>
          </a:bodyPr>
          <a:lstStyle/>
          <a:p>
            <a:pPr marL="0" indent="0" algn="ctr">
              <a:lnSpc>
                <a:spcPts val="2750"/>
              </a:lnSpc>
              <a:spcBef>
                <a:spcPts val="0"/>
              </a:spcBef>
              <a:spcAft>
                <a:spcPts val="0"/>
              </a:spcAft>
              <a:buNone/>
            </a:pPr>
            <a:r>
              <a:rPr lang="en-US" altLang="zh-CN" sz="2200" b="0" i="0" u="none" strike="noStrike" kern="1200" cap="none" spc="0" baseline="0">
                <a:solidFill>
                  <a:schemeClr val="tx1"/>
                </a:solidFill>
                <a:latin typeface="Lora" pitchFamily="34" charset="0"/>
                <a:ea typeface="Lora" pitchFamily="34" charset="0"/>
                <a:cs typeface="Lora" pitchFamily="34" charset="0"/>
              </a:rPr>
              <a:t>Staff Time Wasted</a:t>
            </a:r>
            <a:endParaRPr lang="zh-CN" altLang="en-US" sz="2200" b="0" i="0" u="none" strike="noStrike" kern="1200" cap="none" spc="0" baseline="0">
              <a:solidFill>
                <a:schemeClr val="tx1"/>
              </a:solidFill>
              <a:latin typeface="Aptos" pitchFamily="0" charset="0"/>
              <a:ea typeface="等线" pitchFamily="0" charset="0"/>
              <a:cs typeface="Aptos" pitchFamily="0" charset="0"/>
            </a:endParaRPr>
          </a:p>
        </p:txBody>
      </p:sp>
      <p:sp>
        <p:nvSpPr>
          <p:cNvPr id="60" name="Rectangles"/>
          <p:cNvSpPr>
            <a:spLocks/>
          </p:cNvSpPr>
          <p:nvPr/>
        </p:nvSpPr>
        <p:spPr>
          <a:xfrm rot="0">
            <a:off x="8961250" y="5229982"/>
            <a:ext cx="2902266" cy="351948"/>
          </a:xfrm>
          <a:prstGeom prst="rect"/>
          <a:noFill/>
          <a:ln w="12700" cmpd="sng" cap="flat">
            <a:noFill/>
            <a:prstDash val="solid"/>
            <a:miter/>
          </a:ln>
        </p:spPr>
        <p:txBody>
          <a:bodyPr vert="horz" wrap="none" lIns="0" tIns="0" rIns="0" bIns="0" anchor="t" anchorCtr="0">
            <a:prstTxWarp prst="textNoShape"/>
          </a:bodyPr>
          <a:lstStyle/>
          <a:p>
            <a:pPr marL="0" indent="0" algn="ctr">
              <a:lnSpc>
                <a:spcPts val="2750"/>
              </a:lnSpc>
              <a:spcBef>
                <a:spcPts val="0"/>
              </a:spcBef>
              <a:spcAft>
                <a:spcPts val="0"/>
              </a:spcAft>
              <a:buNone/>
            </a:pPr>
            <a:r>
              <a:rPr lang="en-US" altLang="zh-CN" sz="2200" b="0" i="0" u="none" strike="noStrike" kern="1200" cap="none" spc="0" baseline="0">
                <a:solidFill>
                  <a:schemeClr val="tx1"/>
                </a:solidFill>
                <a:latin typeface="Lora" pitchFamily="34" charset="0"/>
                <a:ea typeface="Lora" pitchFamily="34" charset="0"/>
                <a:cs typeface="Lora" pitchFamily="34" charset="0"/>
              </a:rPr>
              <a:t>Customer Satisfaction</a:t>
            </a:r>
            <a:endParaRPr lang="zh-CN" altLang="en-US" sz="2200" b="0" i="0" u="none" strike="noStrike" kern="1200" cap="none" spc="0" baseline="0">
              <a:solidFill>
                <a:schemeClr val="tx1"/>
              </a:solidFill>
              <a:latin typeface="Aptos" pitchFamily="0" charset="0"/>
              <a:ea typeface="等线" pitchFamily="0" charset="0"/>
              <a:cs typeface="Aptos" pitchFamily="0" charset="0"/>
            </a:endParaRPr>
          </a:p>
        </p:txBody>
      </p:sp>
      <p:sp>
        <p:nvSpPr>
          <p:cNvPr id="61" name="Rectangles"/>
          <p:cNvSpPr>
            <a:spLocks/>
          </p:cNvSpPr>
          <p:nvPr/>
        </p:nvSpPr>
        <p:spPr>
          <a:xfrm rot="0">
            <a:off x="346492" y="5726827"/>
            <a:ext cx="4118848" cy="766048"/>
          </a:xfrm>
          <a:prstGeom prst="rect"/>
          <a:noFill/>
          <a:ln w="12700" cmpd="sng" cap="flat">
            <a:noFill/>
            <a:prstDash val="solid"/>
            <a:miter/>
          </a:ln>
        </p:spPr>
        <p:txBody>
          <a:bodyPr vert="horz" wrap="square" lIns="0" tIns="0" rIns="0" bIns="0" anchor="t" anchorCtr="0">
            <a:prstTxWarp prst="textNoShape"/>
          </a:bodyPr>
          <a:lstStyle/>
          <a:p>
            <a:pPr marL="0" indent="0" algn="ctr">
              <a:lnSpc>
                <a:spcPts val="3000"/>
              </a:lnSpc>
              <a:spcBef>
                <a:spcPts val="0"/>
              </a:spcBef>
              <a:spcAft>
                <a:spcPts val="0"/>
              </a:spcAft>
              <a:buNone/>
            </a:pPr>
            <a:r>
              <a:rPr lang="en-US" altLang="zh-CN" sz="1850" b="0" i="0" u="none" strike="noStrike" kern="1200" cap="none" spc="0" baseline="0">
                <a:solidFill>
                  <a:schemeClr val="tx1"/>
                </a:solidFill>
                <a:latin typeface="Source Sans 3" pitchFamily="34" charset="0"/>
                <a:ea typeface="Source Sans 3" pitchFamily="34" charset="0"/>
                <a:cs typeface="Source Sans 3" pitchFamily="34" charset="0"/>
              </a:rPr>
              <a:t>Customers turn to competitors with better online booking systems</a:t>
            </a:r>
            <a:endParaRPr lang="zh-CN" altLang="en-US" sz="1850" b="0" i="0" u="none" strike="noStrike" kern="1200" cap="none" spc="0" baseline="0">
              <a:solidFill>
                <a:schemeClr val="tx1"/>
              </a:solidFill>
              <a:latin typeface="Aptos" pitchFamily="0" charset="0"/>
              <a:ea typeface="等线" pitchFamily="0" charset="0"/>
              <a:cs typeface="Aptos" pitchFamily="0" charset="0"/>
            </a:endParaRPr>
          </a:p>
        </p:txBody>
      </p:sp>
      <p:sp>
        <p:nvSpPr>
          <p:cNvPr id="62" name="Rectangles"/>
          <p:cNvSpPr>
            <a:spLocks/>
          </p:cNvSpPr>
          <p:nvPr/>
        </p:nvSpPr>
        <p:spPr>
          <a:xfrm rot="0">
            <a:off x="4342623" y="5726827"/>
            <a:ext cx="4118848" cy="766048"/>
          </a:xfrm>
          <a:prstGeom prst="rect"/>
          <a:noFill/>
          <a:ln w="12700" cmpd="sng" cap="flat">
            <a:noFill/>
            <a:prstDash val="solid"/>
            <a:miter/>
          </a:ln>
        </p:spPr>
        <p:txBody>
          <a:bodyPr vert="horz" wrap="square" lIns="0" tIns="0" rIns="0" bIns="0" anchor="t" anchorCtr="0">
            <a:prstTxWarp prst="textNoShape"/>
          </a:bodyPr>
          <a:lstStyle/>
          <a:p>
            <a:pPr marL="0" indent="0" algn="ctr">
              <a:lnSpc>
                <a:spcPts val="3000"/>
              </a:lnSpc>
              <a:spcBef>
                <a:spcPts val="0"/>
              </a:spcBef>
              <a:spcAft>
                <a:spcPts val="0"/>
              </a:spcAft>
              <a:buNone/>
            </a:pPr>
            <a:r>
              <a:rPr lang="en-US" altLang="zh-CN" sz="1850" b="0" i="0" u="none" strike="noStrike" kern="1200" cap="none" spc="0" baseline="0">
                <a:solidFill>
                  <a:schemeClr val="tx1"/>
                </a:solidFill>
                <a:latin typeface="Source Sans 3" pitchFamily="34" charset="0"/>
                <a:ea typeface="Source Sans 3" pitchFamily="34" charset="0"/>
                <a:cs typeface="Source Sans 3" pitchFamily="34" charset="0"/>
              </a:rPr>
              <a:t>     Hours spent managing manual bookings and resolving order errors</a:t>
            </a:r>
            <a:endParaRPr lang="zh-CN" altLang="en-US" sz="1850" b="0" i="0" u="none" strike="noStrike" kern="1200" cap="none" spc="0" baseline="0">
              <a:solidFill>
                <a:schemeClr val="tx1"/>
              </a:solidFill>
              <a:latin typeface="Aptos" pitchFamily="0" charset="0"/>
              <a:ea typeface="等线" pitchFamily="0" charset="0"/>
              <a:cs typeface="Aptos" pitchFamily="0" charset="0"/>
            </a:endParaRPr>
          </a:p>
        </p:txBody>
      </p:sp>
      <p:sp>
        <p:nvSpPr>
          <p:cNvPr id="63" name="Rectangles"/>
          <p:cNvSpPr>
            <a:spLocks/>
          </p:cNvSpPr>
          <p:nvPr/>
        </p:nvSpPr>
        <p:spPr>
          <a:xfrm rot="0">
            <a:off x="8038950" y="5726827"/>
            <a:ext cx="4118848" cy="766048"/>
          </a:xfrm>
          <a:prstGeom prst="rect"/>
          <a:noFill/>
          <a:ln w="12700" cmpd="sng" cap="flat">
            <a:noFill/>
            <a:prstDash val="solid"/>
            <a:miter/>
          </a:ln>
        </p:spPr>
        <p:txBody>
          <a:bodyPr vert="horz" wrap="square" lIns="0" tIns="0" rIns="0" bIns="0" anchor="t" anchorCtr="0">
            <a:prstTxWarp prst="textNoShape"/>
          </a:bodyPr>
          <a:lstStyle/>
          <a:p>
            <a:pPr marL="0" indent="0" algn="ctr">
              <a:lnSpc>
                <a:spcPts val="3000"/>
              </a:lnSpc>
              <a:spcBef>
                <a:spcPts val="0"/>
              </a:spcBef>
              <a:spcAft>
                <a:spcPts val="0"/>
              </a:spcAft>
              <a:buNone/>
            </a:pPr>
            <a:r>
              <a:rPr lang="en-US" altLang="zh-CN" sz="1850" b="0" i="0" u="none" strike="noStrike" kern="1200" cap="none" spc="0" baseline="0">
                <a:solidFill>
                  <a:schemeClr val="tx1"/>
                </a:solidFill>
                <a:latin typeface="Source Sans 3" pitchFamily="34" charset="0"/>
                <a:ea typeface="Source Sans 3" pitchFamily="34" charset="0"/>
                <a:cs typeface="Source Sans 3" pitchFamily="34" charset="0"/>
              </a:rPr>
              <a:t>Negative reviews from booking</a:t>
            </a:r>
            <a:endParaRPr lang="en-US" altLang="zh-CN" sz="1850" b="0" i="0" u="none" strike="noStrike" kern="1200" cap="none" spc="0" baseline="0">
              <a:solidFill>
                <a:schemeClr val="tx1"/>
              </a:solidFill>
              <a:latin typeface="Source Sans 3" pitchFamily="34" charset="0"/>
              <a:ea typeface="Source Sans 3" pitchFamily="34" charset="0"/>
              <a:cs typeface="Source Sans 3" pitchFamily="34" charset="0"/>
            </a:endParaRPr>
          </a:p>
          <a:p>
            <a:pPr marL="0" indent="0" algn="ctr">
              <a:lnSpc>
                <a:spcPts val="3000"/>
              </a:lnSpc>
              <a:spcBef>
                <a:spcPts val="0"/>
              </a:spcBef>
              <a:spcAft>
                <a:spcPts val="0"/>
              </a:spcAft>
              <a:buNone/>
            </a:pPr>
            <a:r>
              <a:rPr lang="en-US" altLang="zh-CN" sz="1850" b="0" i="0" u="none" strike="noStrike" kern="1200" cap="none" spc="0" baseline="0">
                <a:solidFill>
                  <a:schemeClr val="tx1"/>
                </a:solidFill>
                <a:latin typeface="Source Sans 3" pitchFamily="34" charset="0"/>
                <a:ea typeface="Source Sans 3" pitchFamily="34" charset="0"/>
                <a:cs typeface="Source Sans 3" pitchFamily="34" charset="0"/>
              </a:rPr>
              <a:t>mix-ups and incorrect orders</a:t>
            </a:r>
            <a:endParaRPr lang="zh-CN" altLang="en-US" sz="1850" b="0" i="0" u="none" strike="noStrike" kern="1200" cap="none" spc="0" baseline="0">
              <a:solidFill>
                <a:schemeClr val="tx1"/>
              </a:solidFill>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514726882"/>
      </p:ext>
    </p:extLst>
  </p:cSld>
  <p:clrMapOvr>
    <a:masterClrMapping/>
  </p:clrMapOvr>
  <p:transition spd="slow"/>
</p:sld>
</file>

<file path=ppt/slides/slide5.xml><?xml version="1.0" encoding="utf-8"?>
<p:sld xmlns:p="http://schemas.openxmlformats.org/presentationml/2006/main" xmlns:r="http://schemas.openxmlformats.org/officeDocument/2006/relationships" xmlns:a="http://schemas.openxmlformats.org/drawingml/2006/main">
  <p:cSld>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sp>
        <p:nvSpPr>
          <p:cNvPr id="68" name="Text box"/>
          <p:cNvSpPr>
            <a:spLocks noGrp="1"/>
          </p:cNvSpPr>
          <p:nvPr>
            <p:ph type="title"/>
          </p:nvPr>
        </p:nvSpPr>
        <p:spPr>
          <a:xfrm rot="0">
            <a:off x="490930" y="241653"/>
            <a:ext cx="5431435" cy="1325562"/>
          </a:xfrm>
          <a:prstGeom prst="rect"/>
          <a:noFill/>
          <a:ln w="12700" cmpd="sng" cap="flat">
            <a:noFill/>
            <a:prstDash val="solid"/>
            <a:miter/>
          </a:ln>
        </p:spPr>
        <p:txBody>
          <a:bodyPr vert="horz" wrap="square" lIns="0" tIns="0" rIns="0" bIns="0" anchor="t" anchorCtr="0">
            <a:prstTxWarp prst="textNoShape"/>
          </a:bodyPr>
          <a:lstStyle/>
          <a:p>
            <a:pPr marL="0" indent="0" algn="l">
              <a:lnSpc>
                <a:spcPts val="5150"/>
              </a:lnSpc>
              <a:spcBef>
                <a:spcPts val="0"/>
              </a:spcBef>
              <a:spcAft>
                <a:spcPts val="0"/>
              </a:spcAft>
              <a:buNone/>
            </a:pPr>
            <a:r>
              <a:rPr lang="en-US" altLang="zh-CN" sz="3200" b="0" i="0" u="none" strike="noStrike" kern="1200" cap="none" spc="0" baseline="0">
                <a:solidFill>
                  <a:srgbClr val="F98AC7"/>
                </a:solidFill>
                <a:latin typeface="Lora" pitchFamily="34" charset="0"/>
                <a:ea typeface="Lora" pitchFamily="34" charset="0"/>
                <a:cs typeface="Lora" pitchFamily="34" charset="0"/>
              </a:rPr>
              <a:t>The Solution: A Static Website on AWS</a:t>
            </a:r>
            <a:endParaRPr lang="zh-CN" altLang="en-US" sz="3200" b="0" i="0" u="none" strike="noStrike" kern="1200" cap="none" spc="0" baseline="0">
              <a:solidFill>
                <a:schemeClr val="tx1"/>
              </a:solidFill>
              <a:latin typeface="Aptos Display" pitchFamily="0" charset="0"/>
              <a:ea typeface="等线 Light" pitchFamily="0" charset="0"/>
              <a:cs typeface="Lucida Sans" pitchFamily="0" charset="0"/>
            </a:endParaRPr>
          </a:p>
        </p:txBody>
      </p:sp>
      <p:pic>
        <p:nvPicPr>
          <p:cNvPr id="69" name="Images" descr="A computer with a login page&#10;&#10;AI-generated content may be incorrect."/>
          <p:cNvPicPr>
            <a:picLocks noChangeAspect="1"/>
          </p:cNvPicPr>
          <p:nvPr/>
        </p:nvPicPr>
        <p:blipFill>
          <a:blip r:embed="rId1" cstate="print"/>
          <a:stretch>
            <a:fillRect/>
          </a:stretch>
        </p:blipFill>
        <p:spPr>
          <a:xfrm rot="0">
            <a:off x="6269634" y="0"/>
            <a:ext cx="5922363" cy="6858000"/>
          </a:xfrm>
          <a:prstGeom prst="rect"/>
          <a:noFill/>
          <a:ln w="12700" cmpd="sng" cap="flat">
            <a:noFill/>
            <a:prstDash val="solid"/>
            <a:miter/>
          </a:ln>
        </p:spPr>
      </p:pic>
      <p:pic>
        <p:nvPicPr>
          <p:cNvPr id="70" name="Images" descr="preencoded.png"/>
          <p:cNvPicPr>
            <a:picLocks noChangeAspect="1"/>
          </p:cNvPicPr>
          <p:nvPr/>
        </p:nvPicPr>
        <p:blipFill>
          <a:blip r:embed="rId2" cstate="print"/>
          <a:stretch>
            <a:fillRect/>
          </a:stretch>
        </p:blipFill>
        <p:spPr>
          <a:xfrm rot="0">
            <a:off x="380006" y="1741745"/>
            <a:ext cx="515531" cy="324000"/>
          </a:xfrm>
          <a:prstGeom prst="rect"/>
          <a:noFill/>
          <a:ln w="12700" cmpd="sng" cap="flat">
            <a:noFill/>
            <a:prstDash val="solid"/>
            <a:miter/>
          </a:ln>
        </p:spPr>
      </p:pic>
      <p:sp>
        <p:nvSpPr>
          <p:cNvPr id="71" name="Rectangles"/>
          <p:cNvSpPr>
            <a:spLocks/>
          </p:cNvSpPr>
          <p:nvPr/>
        </p:nvSpPr>
        <p:spPr>
          <a:xfrm rot="0">
            <a:off x="1052590" y="1705790"/>
            <a:ext cx="3436858" cy="329803"/>
          </a:xfrm>
          <a:prstGeom prst="rect"/>
          <a:noFill/>
          <a:ln w="12700" cmpd="sng" cap="flat">
            <a:noFill/>
            <a:prstDash val="solid"/>
            <a:miter/>
          </a:ln>
        </p:spPr>
        <p:txBody>
          <a:bodyPr vert="horz" wrap="none" lIns="0" tIns="0" rIns="0" bIns="0" anchor="t" anchorCtr="0">
            <a:prstTxWarp prst="textNoShape"/>
          </a:bodyPr>
          <a:lstStyle/>
          <a:p>
            <a:pPr marL="0" indent="0" algn="l">
              <a:lnSpc>
                <a:spcPts val="2550"/>
              </a:lnSpc>
              <a:spcBef>
                <a:spcPts val="0"/>
              </a:spcBef>
              <a:spcAft>
                <a:spcPts val="0"/>
              </a:spcAft>
              <a:buNone/>
            </a:pPr>
            <a:r>
              <a:rPr lang="en-US" altLang="zh-CN" sz="1800" b="1" i="0" u="none" strike="noStrike" kern="1200" cap="none" spc="0" baseline="0">
                <a:solidFill>
                  <a:srgbClr val="D6E5EF"/>
                </a:solidFill>
                <a:latin typeface="Lora" pitchFamily="34" charset="0"/>
                <a:ea typeface="Lora" pitchFamily="34" charset="0"/>
                <a:cs typeface="Lora" pitchFamily="34" charset="0"/>
              </a:rPr>
              <a:t>Centralized </a:t>
            </a:r>
            <a:r>
              <a:rPr lang="en-US" altLang="zh-CN" sz="1600" b="1" i="0" u="none" strike="noStrike" kern="1200" cap="none" spc="0" baseline="0">
                <a:solidFill>
                  <a:srgbClr val="D6E5EF"/>
                </a:solidFill>
                <a:latin typeface="Lora" pitchFamily="34" charset="0"/>
                <a:ea typeface="Lora" pitchFamily="34" charset="0"/>
                <a:cs typeface="Lora" pitchFamily="34" charset="0"/>
              </a:rPr>
              <a:t>Booking</a:t>
            </a:r>
            <a:r>
              <a:rPr lang="en-US" altLang="zh-CN" sz="1800" b="1" i="0" u="none" strike="noStrike" kern="1200" cap="none" spc="0" baseline="0">
                <a:solidFill>
                  <a:srgbClr val="D6E5EF"/>
                </a:solidFill>
                <a:latin typeface="Lora" pitchFamily="34" charset="0"/>
                <a:ea typeface="Lora" pitchFamily="34" charset="0"/>
                <a:cs typeface="Lora" pitchFamily="34" charset="0"/>
              </a:rPr>
              <a:t> System</a:t>
            </a:r>
            <a:endParaRPr lang="zh-CN" altLang="en-US" sz="1800" b="1" i="0" u="none" strike="noStrike" kern="1200" cap="none" spc="0" baseline="0">
              <a:solidFill>
                <a:schemeClr val="tx1"/>
              </a:solidFill>
              <a:latin typeface="Aptos" pitchFamily="0" charset="0"/>
              <a:ea typeface="等线" pitchFamily="0" charset="0"/>
              <a:cs typeface="Aptos" pitchFamily="0" charset="0"/>
            </a:endParaRPr>
          </a:p>
        </p:txBody>
      </p:sp>
      <p:sp>
        <p:nvSpPr>
          <p:cNvPr id="72" name="Rectangles"/>
          <p:cNvSpPr>
            <a:spLocks/>
          </p:cNvSpPr>
          <p:nvPr/>
        </p:nvSpPr>
        <p:spPr>
          <a:xfrm rot="0">
            <a:off x="1052590" y="2111020"/>
            <a:ext cx="5217046" cy="717233"/>
          </a:xfrm>
          <a:prstGeom prst="rect"/>
          <a:noFill/>
          <a:ln w="12700" cmpd="sng" cap="flat">
            <a:noFill/>
            <a:prstDash val="solid"/>
            <a:miter/>
          </a:ln>
        </p:spPr>
        <p:txBody>
          <a:bodyPr vert="horz" wrap="square" lIns="0" tIns="0" rIns="0" bIns="0" anchor="t" anchorCtr="0">
            <a:prstTxWarp prst="textNoShape"/>
          </a:bodyPr>
          <a:lstStyle/>
          <a:p>
            <a:pPr marL="0" indent="0" algn="l">
              <a:lnSpc>
                <a:spcPts val="2800"/>
              </a:lnSpc>
              <a:spcBef>
                <a:spcPts val="0"/>
              </a:spcBef>
              <a:spcAft>
                <a:spcPts val="0"/>
              </a:spcAft>
              <a:buNone/>
            </a:pPr>
            <a:r>
              <a:rPr lang="en-US" altLang="zh-CN" sz="1600" b="0" i="1" u="none" strike="noStrike" kern="1200" cap="none" spc="0" baseline="0">
                <a:solidFill>
                  <a:srgbClr val="D6E5EF"/>
                </a:solidFill>
                <a:latin typeface="Source Sans 3" pitchFamily="34" charset="0"/>
                <a:ea typeface="Source Sans 3" pitchFamily="34" charset="0"/>
                <a:cs typeface="Source Sans 3" pitchFamily="34" charset="0"/>
              </a:rPr>
              <a:t>Customers reserve tables directly online with instant confirmation. No more phone tag or confusion.</a:t>
            </a:r>
            <a:endParaRPr lang="zh-CN" altLang="en-US" sz="1600" b="0" i="1" u="none" strike="noStrike" kern="1200" cap="none" spc="0" baseline="0">
              <a:solidFill>
                <a:schemeClr val="tx1"/>
              </a:solidFill>
              <a:latin typeface="Aptos" pitchFamily="0" charset="0"/>
              <a:ea typeface="等线" pitchFamily="0" charset="0"/>
              <a:cs typeface="Aptos" pitchFamily="0" charset="0"/>
            </a:endParaRPr>
          </a:p>
        </p:txBody>
      </p:sp>
      <p:sp>
        <p:nvSpPr>
          <p:cNvPr id="73" name="Rectangles"/>
          <p:cNvSpPr>
            <a:spLocks/>
          </p:cNvSpPr>
          <p:nvPr/>
        </p:nvSpPr>
        <p:spPr>
          <a:xfrm rot="0">
            <a:off x="1052590" y="3061910"/>
            <a:ext cx="3019663" cy="329803"/>
          </a:xfrm>
          <a:prstGeom prst="rect"/>
          <a:noFill/>
          <a:ln w="12700" cmpd="sng" cap="flat">
            <a:noFill/>
            <a:prstDash val="solid"/>
            <a:miter/>
          </a:ln>
        </p:spPr>
        <p:txBody>
          <a:bodyPr vert="horz" wrap="none" lIns="0" tIns="0" rIns="0" bIns="0" anchor="t" anchorCtr="0">
            <a:prstTxWarp prst="textNoShape"/>
          </a:bodyPr>
          <a:lstStyle/>
          <a:p>
            <a:pPr marL="0" indent="0" algn="l">
              <a:lnSpc>
                <a:spcPts val="2550"/>
              </a:lnSpc>
              <a:spcBef>
                <a:spcPts val="0"/>
              </a:spcBef>
              <a:spcAft>
                <a:spcPts val="0"/>
              </a:spcAft>
              <a:buNone/>
            </a:pPr>
            <a:r>
              <a:rPr lang="en-US" altLang="zh-CN" sz="1800" b="1" i="0" u="none" strike="noStrike" kern="1200" cap="none" spc="0" baseline="0">
                <a:solidFill>
                  <a:srgbClr val="D6E5EF"/>
                </a:solidFill>
                <a:latin typeface="Lora" pitchFamily="34" charset="0"/>
                <a:ea typeface="Lora" pitchFamily="34" charset="0"/>
                <a:cs typeface="Lora" pitchFamily="34" charset="0"/>
              </a:rPr>
              <a:t>Digital Menu &amp; Ordering</a:t>
            </a:r>
            <a:endParaRPr lang="zh-CN" altLang="en-US" sz="1800" b="1" i="0" u="none" strike="noStrike" kern="1200" cap="none" spc="0" baseline="0">
              <a:solidFill>
                <a:schemeClr val="tx1"/>
              </a:solidFill>
              <a:latin typeface="Aptos" pitchFamily="0" charset="0"/>
              <a:ea typeface="等线" pitchFamily="0" charset="0"/>
              <a:cs typeface="Aptos" pitchFamily="0" charset="0"/>
            </a:endParaRPr>
          </a:p>
        </p:txBody>
      </p:sp>
      <p:sp>
        <p:nvSpPr>
          <p:cNvPr id="74" name="Rectangles"/>
          <p:cNvSpPr>
            <a:spLocks/>
          </p:cNvSpPr>
          <p:nvPr/>
        </p:nvSpPr>
        <p:spPr>
          <a:xfrm rot="0">
            <a:off x="1052591" y="3526948"/>
            <a:ext cx="5043410" cy="717233"/>
          </a:xfrm>
          <a:prstGeom prst="rect"/>
          <a:noFill/>
          <a:ln w="12700" cmpd="sng" cap="flat">
            <a:noFill/>
            <a:prstDash val="solid"/>
            <a:miter/>
          </a:ln>
        </p:spPr>
        <p:txBody>
          <a:bodyPr vert="horz" wrap="square" lIns="0" tIns="0" rIns="0" bIns="0" anchor="t" anchorCtr="0">
            <a:prstTxWarp prst="textNoShape"/>
          </a:bodyPr>
          <a:lstStyle/>
          <a:p>
            <a:pPr marL="0" indent="0" algn="l">
              <a:lnSpc>
                <a:spcPts val="2800"/>
              </a:lnSpc>
              <a:spcBef>
                <a:spcPts val="0"/>
              </a:spcBef>
              <a:spcAft>
                <a:spcPts val="0"/>
              </a:spcAft>
              <a:buNone/>
            </a:pPr>
            <a:r>
              <a:rPr lang="en-US" altLang="zh-CN" sz="1600" b="0" i="1" u="none" strike="noStrike" kern="1200" cap="none" spc="0" baseline="0">
                <a:solidFill>
                  <a:srgbClr val="D6E5EF"/>
                </a:solidFill>
                <a:latin typeface="Source Sans 3" pitchFamily="34" charset="0"/>
                <a:ea typeface="Source Sans 3" pitchFamily="34" charset="0"/>
                <a:cs typeface="Source Sans 3" pitchFamily="34" charset="0"/>
              </a:rPr>
              <a:t>Showcase your full menu, specials, and pricing. Customers can place orders ahead with clear details.</a:t>
            </a:r>
            <a:endParaRPr lang="zh-CN" altLang="en-US" sz="1600" b="0" i="1" u="none" strike="noStrike" kern="1200" cap="none" spc="0" baseline="0">
              <a:solidFill>
                <a:schemeClr val="tx1"/>
              </a:solidFill>
              <a:latin typeface="Aptos" pitchFamily="0" charset="0"/>
              <a:ea typeface="等线" pitchFamily="0" charset="0"/>
              <a:cs typeface="Aptos" pitchFamily="0" charset="0"/>
            </a:endParaRPr>
          </a:p>
        </p:txBody>
      </p:sp>
      <p:sp>
        <p:nvSpPr>
          <p:cNvPr id="75" name="Rectangles"/>
          <p:cNvSpPr>
            <a:spLocks/>
          </p:cNvSpPr>
          <p:nvPr/>
        </p:nvSpPr>
        <p:spPr>
          <a:xfrm rot="0">
            <a:off x="1052590" y="4559405"/>
            <a:ext cx="2780227" cy="329803"/>
          </a:xfrm>
          <a:prstGeom prst="rect"/>
          <a:noFill/>
          <a:ln w="12700" cmpd="sng" cap="flat">
            <a:noFill/>
            <a:prstDash val="solid"/>
            <a:miter/>
          </a:ln>
        </p:spPr>
        <p:txBody>
          <a:bodyPr vert="horz" wrap="none" lIns="0" tIns="0" rIns="0" bIns="0" anchor="t" anchorCtr="0">
            <a:prstTxWarp prst="textNoShape"/>
          </a:bodyPr>
          <a:lstStyle/>
          <a:p>
            <a:pPr marL="0" indent="0" algn="l">
              <a:lnSpc>
                <a:spcPts val="2550"/>
              </a:lnSpc>
              <a:spcBef>
                <a:spcPts val="0"/>
              </a:spcBef>
              <a:spcAft>
                <a:spcPts val="0"/>
              </a:spcAft>
              <a:buNone/>
            </a:pPr>
            <a:r>
              <a:rPr lang="en-US" altLang="zh-CN" sz="1800" b="1" i="0" u="none" strike="noStrike" kern="1200" cap="none" spc="0" baseline="0">
                <a:solidFill>
                  <a:srgbClr val="D6E5EF"/>
                </a:solidFill>
                <a:latin typeface="Lora" pitchFamily="34" charset="0"/>
                <a:ea typeface="Lora" pitchFamily="34" charset="0"/>
                <a:cs typeface="Lora" pitchFamily="34" charset="0"/>
              </a:rPr>
              <a:t>Real-Time Information</a:t>
            </a:r>
            <a:endParaRPr lang="zh-CN" altLang="en-US" sz="1800" b="1" i="0" u="none" strike="noStrike" kern="1200" cap="none" spc="0" baseline="0">
              <a:solidFill>
                <a:schemeClr val="tx1"/>
              </a:solidFill>
              <a:latin typeface="Aptos" pitchFamily="0" charset="0"/>
              <a:ea typeface="等线" pitchFamily="0" charset="0"/>
              <a:cs typeface="Aptos" pitchFamily="0" charset="0"/>
            </a:endParaRPr>
          </a:p>
        </p:txBody>
      </p:sp>
      <p:sp>
        <p:nvSpPr>
          <p:cNvPr id="76" name="Rectangles"/>
          <p:cNvSpPr>
            <a:spLocks/>
          </p:cNvSpPr>
          <p:nvPr/>
        </p:nvSpPr>
        <p:spPr>
          <a:xfrm rot="0">
            <a:off x="1052591" y="5027782"/>
            <a:ext cx="5217046" cy="717233"/>
          </a:xfrm>
          <a:prstGeom prst="rect"/>
          <a:noFill/>
          <a:ln w="12700" cmpd="sng" cap="flat">
            <a:noFill/>
            <a:prstDash val="solid"/>
            <a:miter/>
          </a:ln>
        </p:spPr>
        <p:txBody>
          <a:bodyPr vert="horz" wrap="square" lIns="0" tIns="0" rIns="0" bIns="0" anchor="t" anchorCtr="0">
            <a:prstTxWarp prst="textNoShape"/>
          </a:bodyPr>
          <a:lstStyle/>
          <a:p>
            <a:pPr marL="0" indent="0" algn="l">
              <a:lnSpc>
                <a:spcPts val="2800"/>
              </a:lnSpc>
              <a:spcBef>
                <a:spcPts val="0"/>
              </a:spcBef>
              <a:spcAft>
                <a:spcPts val="0"/>
              </a:spcAft>
              <a:buNone/>
            </a:pPr>
            <a:r>
              <a:rPr lang="en-US" altLang="zh-CN" sz="1600" b="0" i="0" u="none" strike="noStrike" kern="1200" cap="none" spc="0" baseline="0">
                <a:solidFill>
                  <a:srgbClr val="D6E5EF"/>
                </a:solidFill>
                <a:latin typeface="Source Sans 3" pitchFamily="34" charset="0"/>
                <a:ea typeface="Source Sans 3" pitchFamily="34" charset="0"/>
                <a:cs typeface="Source Sans 3" pitchFamily="34" charset="0"/>
              </a:rPr>
              <a:t>Hours, location, availability updates push instantly to customers through a always-on website.</a:t>
            </a:r>
            <a:endParaRPr lang="zh-CN" altLang="en-US" sz="1600" b="0" i="0" u="none" strike="noStrike" kern="1200" cap="none" spc="0" baseline="0">
              <a:solidFill>
                <a:schemeClr val="tx1"/>
              </a:solidFill>
              <a:latin typeface="Aptos" pitchFamily="0" charset="0"/>
              <a:ea typeface="等线" pitchFamily="0" charset="0"/>
              <a:cs typeface="Aptos" pitchFamily="0" charset="0"/>
            </a:endParaRPr>
          </a:p>
        </p:txBody>
      </p:sp>
      <p:pic>
        <p:nvPicPr>
          <p:cNvPr id="77" name="Images" descr="preencoded.png"/>
          <p:cNvPicPr>
            <a:picLocks noChangeAspect="1"/>
          </p:cNvPicPr>
          <p:nvPr/>
        </p:nvPicPr>
        <p:blipFill>
          <a:blip r:embed="rId3" cstate="print"/>
          <a:stretch>
            <a:fillRect/>
          </a:stretch>
        </p:blipFill>
        <p:spPr>
          <a:xfrm rot="0">
            <a:off x="380006" y="3105000"/>
            <a:ext cx="515531" cy="324000"/>
          </a:xfrm>
          <a:prstGeom prst="rect"/>
          <a:noFill/>
          <a:ln w="12700" cmpd="sng" cap="flat">
            <a:noFill/>
            <a:prstDash val="solid"/>
            <a:miter/>
          </a:ln>
        </p:spPr>
      </p:pic>
      <p:pic>
        <p:nvPicPr>
          <p:cNvPr id="78" name="Images" descr="preencoded.png"/>
          <p:cNvPicPr>
            <a:picLocks noChangeAspect="1"/>
          </p:cNvPicPr>
          <p:nvPr/>
        </p:nvPicPr>
        <p:blipFill>
          <a:blip r:embed="rId4" cstate="print"/>
          <a:stretch>
            <a:fillRect/>
          </a:stretch>
        </p:blipFill>
        <p:spPr>
          <a:xfrm rot="0">
            <a:off x="380006" y="4562310"/>
            <a:ext cx="515531" cy="324000"/>
          </a:xfrm>
          <a:prstGeom prst="rect"/>
          <a:noFill/>
          <a:ln w="12700" cmpd="sng" cap="flat">
            <a:noFill/>
            <a:prstDash val="solid"/>
            <a:miter/>
          </a:ln>
        </p:spPr>
      </p:pic>
    </p:spTree>
    <p:extLst>
      <p:ext uri="{BB962C8B-B14F-4D97-AF65-F5344CB8AC3E}">
        <p14:creationId xmlns:p14="http://schemas.microsoft.com/office/powerpoint/2010/main" val="5332541"/>
      </p:ext>
    </p:extLst>
  </p:cSld>
  <p:clrMapOvr>
    <a:masterClrMapping/>
  </p:clrMapOvr>
  <p:transition spd="slow"/>
</p:sld>
</file>

<file path=ppt/slides/slide6.xml><?xml version="1.0" encoding="utf-8"?>
<p:sld xmlns:p="http://schemas.openxmlformats.org/presentationml/2006/main" xmlns:r="http://schemas.openxmlformats.org/officeDocument/2006/relationships" xmlns:a="http://schemas.openxmlformats.org/drawingml/2006/main">
  <p:cSld>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pic>
        <p:nvPicPr>
          <p:cNvPr id="89" name="Images"/>
          <p:cNvPicPr>
            <a:picLocks noChangeAspect="1"/>
          </p:cNvPicPr>
          <p:nvPr/>
        </p:nvPicPr>
        <p:blipFill>
          <a:blip r:embed="rId1" cstate="print"/>
          <a:stretch>
            <a:fillRect/>
          </a:stretch>
        </p:blipFill>
        <p:spPr>
          <a:xfrm rot="0">
            <a:off x="6096000" y="766707"/>
            <a:ext cx="5917323" cy="5476437"/>
          </a:xfrm>
          <a:prstGeom prst="rect"/>
          <a:noFill/>
          <a:ln w="12700" cmpd="sng" cap="flat">
            <a:noFill/>
            <a:prstDash val="solid"/>
            <a:miter/>
          </a:ln>
        </p:spPr>
      </p:pic>
      <p:sp>
        <p:nvSpPr>
          <p:cNvPr id="90" name="Text box"/>
          <p:cNvSpPr>
            <a:spLocks noGrp="1"/>
          </p:cNvSpPr>
          <p:nvPr>
            <p:ph type="title"/>
          </p:nvPr>
        </p:nvSpPr>
        <p:spPr>
          <a:xfrm rot="0">
            <a:off x="378372" y="457200"/>
            <a:ext cx="4540469" cy="804041"/>
          </a:xfrm>
          <a:prstGeom prst="rect"/>
          <a:noFill/>
          <a:ln w="12700" cmpd="sng" cap="flat">
            <a:noFill/>
            <a:prstDash val="solid"/>
            <a:miter/>
          </a:ln>
        </p:spPr>
        <p:txBody>
          <a:bodyPr vert="horz" wrap="none" lIns="0" tIns="0" rIns="0" bIns="0" anchor="t" anchorCtr="0">
            <a:prstTxWarp prst="textNoShape"/>
          </a:bodyPr>
          <a:lstStyle/>
          <a:p>
            <a:pPr marL="0" indent="0" algn="l">
              <a:lnSpc>
                <a:spcPts val="2750"/>
              </a:lnSpc>
              <a:spcBef>
                <a:spcPts val="0"/>
              </a:spcBef>
              <a:spcAft>
                <a:spcPts val="0"/>
              </a:spcAft>
              <a:buNone/>
            </a:pPr>
            <a:r>
              <a:rPr lang="en-US" altLang="zh-CN" sz="2200" b="0" i="0" u="none" strike="noStrike" kern="1200" cap="none" spc="0" baseline="0">
                <a:solidFill>
                  <a:srgbClr val="F98AC7"/>
                </a:solidFill>
                <a:latin typeface="Lora" pitchFamily="34" charset="0"/>
                <a:ea typeface="Lora" pitchFamily="34" charset="0"/>
                <a:cs typeface="Lora" pitchFamily="34" charset="0"/>
              </a:rPr>
              <a:t>Why AWS? Built for Small Business Growth</a:t>
            </a:r>
            <a:endParaRPr lang="zh-CN" altLang="en-US" sz="2200" b="0" i="0" u="none" strike="noStrike" kern="1200" cap="none" spc="0" baseline="0">
              <a:solidFill>
                <a:schemeClr val="tx1"/>
              </a:solidFill>
              <a:latin typeface="Aptos Display" pitchFamily="0" charset="0"/>
              <a:ea typeface="等线 Light" pitchFamily="0" charset="0"/>
              <a:cs typeface="Lucida Sans" pitchFamily="0" charset="0"/>
            </a:endParaRPr>
          </a:p>
        </p:txBody>
      </p:sp>
      <p:sp>
        <p:nvSpPr>
          <p:cNvPr id="91" name="Text box"/>
          <p:cNvSpPr>
            <a:spLocks noGrp="1"/>
          </p:cNvSpPr>
          <p:nvPr>
            <p:ph type="body" idx="2"/>
          </p:nvPr>
        </p:nvSpPr>
        <p:spPr>
          <a:xfrm rot="0">
            <a:off x="524994" y="1261241"/>
            <a:ext cx="5171266" cy="3811587"/>
          </a:xfrm>
          <a:prstGeom prst="rect"/>
          <a:noFill/>
          <a:ln w="12700" cmpd="sng" cap="flat">
            <a:noFill/>
            <a:prstDash val="solid"/>
            <a:miter/>
          </a:ln>
        </p:spPr>
        <p:txBody>
          <a:bodyPr vert="horz" wrap="square" lIns="0" tIns="0" rIns="0" bIns="0" anchor="t" anchorCtr="0">
            <a:prstTxWarp prst="textNoShape"/>
          </a:bodyPr>
          <a:lstStyle/>
          <a:p>
            <a:pPr marL="0" indent="0" algn="l">
              <a:lnSpc>
                <a:spcPts val="1350"/>
              </a:lnSpc>
              <a:spcBef>
                <a:spcPts val="1000"/>
              </a:spcBef>
              <a:spcAft>
                <a:spcPts val="0"/>
              </a:spcAft>
              <a:buNone/>
            </a:pPr>
            <a:r>
              <a:rPr lang="en-US" altLang="zh-CN" sz="1800" b="0" i="0" u="none" strike="noStrike" kern="1200" cap="none" spc="0" baseline="0">
                <a:solidFill>
                  <a:srgbClr val="F98AC7"/>
                </a:solidFill>
                <a:latin typeface="Lora" pitchFamily="34" charset="0"/>
                <a:ea typeface="Lora" pitchFamily="34" charset="0"/>
                <a:cs typeface="Lora" pitchFamily="34" charset="0"/>
              </a:rPr>
              <a:t>Reliability You Can Trust</a:t>
            </a:r>
            <a:endParaRPr lang="en-US" altLang="zh-CN" sz="1800" b="0" i="0" u="none" strike="noStrike" kern="1200" cap="none" spc="0" baseline="0">
              <a:solidFill>
                <a:schemeClr val="tx1"/>
              </a:solidFill>
              <a:latin typeface="Aptos" pitchFamily="0" charset="0"/>
              <a:ea typeface="等线" pitchFamily="0" charset="0"/>
              <a:cs typeface="Lucida Sans" pitchFamily="0" charset="0"/>
            </a:endParaRPr>
          </a:p>
          <a:p>
            <a:pPr marL="0" indent="0" algn="l">
              <a:lnSpc>
                <a:spcPct val="150000"/>
              </a:lnSpc>
              <a:spcBef>
                <a:spcPts val="1000"/>
              </a:spcBef>
              <a:spcAft>
                <a:spcPts val="0"/>
              </a:spcAft>
              <a:buNone/>
            </a:pPr>
            <a:r>
              <a:rPr lang="en-US" altLang="zh-CN" sz="1800" b="0" i="0" u="none" strike="noStrike" kern="1200" cap="none" spc="0" baseline="0">
                <a:solidFill>
                  <a:srgbClr val="D6E5EF"/>
                </a:solidFill>
                <a:latin typeface="Source Sans 3" pitchFamily="34" charset="0"/>
                <a:ea typeface="Source Sans 3" pitchFamily="34" charset="0"/>
                <a:cs typeface="Source Sans 3" pitchFamily="34" charset="0"/>
              </a:rPr>
              <a:t>AWS ensures your website is always available—99.99% uptime means customers can book  call or email 24/7, even during your busiest dinner service.</a:t>
            </a:r>
            <a:endParaRPr lang="zh-CN" altLang="en-US" sz="1800" b="0" i="0" u="none" strike="noStrike" kern="1200" cap="none" spc="0" baseline="0">
              <a:solidFill>
                <a:schemeClr val="tx1"/>
              </a:solidFill>
              <a:latin typeface="Aptos" pitchFamily="0" charset="0"/>
              <a:ea typeface="等线" pitchFamily="0" charset="0"/>
              <a:cs typeface="Lucida Sans" pitchFamily="0" charset="0"/>
            </a:endParaRPr>
          </a:p>
        </p:txBody>
      </p:sp>
    </p:spTree>
    <p:extLst>
      <p:ext uri="{BB962C8B-B14F-4D97-AF65-F5344CB8AC3E}">
        <p14:creationId xmlns:p14="http://schemas.microsoft.com/office/powerpoint/2010/main" val="155160497"/>
      </p:ext>
    </p:extLst>
  </p:cSld>
  <p:clrMapOvr>
    <a:masterClrMapping/>
  </p:clrMapOvr>
  <p:transition spd="slow"/>
</p:sld>
</file>

<file path=ppt/slides/slide7.xml><?xml version="1.0" encoding="utf-8"?>
<p:sld xmlns:p="http://schemas.openxmlformats.org/presentationml/2006/main" xmlns:r="http://schemas.openxmlformats.org/officeDocument/2006/relationships" xmlns:a="http://schemas.openxmlformats.org/drawingml/2006/main">
  <p:cSld>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sp>
        <p:nvSpPr>
          <p:cNvPr id="96" name="Text box"/>
          <p:cNvSpPr>
            <a:spLocks noGrp="1"/>
          </p:cNvSpPr>
          <p:nvPr>
            <p:ph type="title"/>
          </p:nvPr>
        </p:nvSpPr>
        <p:spPr>
          <a:xfrm rot="0">
            <a:off x="838200" y="365124"/>
            <a:ext cx="10515600" cy="1325562"/>
          </a:xfrm>
          <a:prstGeom prst="rect"/>
          <a:noFill/>
          <a:ln w="12700" cmpd="sng" cap="flat">
            <a:noFill/>
            <a:prstDash val="solid"/>
            <a:miter/>
          </a:ln>
        </p:spPr>
        <p:txBody>
          <a:bodyPr vert="horz" wrap="none" lIns="0" tIns="0" rIns="0" bIns="0" anchor="t" anchorCtr="0">
            <a:prstTxWarp prst="textNoShape"/>
          </a:bodyPr>
          <a:lstStyle/>
          <a:p>
            <a:pPr marL="0" indent="0" algn="l">
              <a:lnSpc>
                <a:spcPts val="5500"/>
              </a:lnSpc>
              <a:spcBef>
                <a:spcPts val="0"/>
              </a:spcBef>
              <a:spcAft>
                <a:spcPts val="0"/>
              </a:spcAft>
              <a:buNone/>
            </a:pPr>
            <a:r>
              <a:rPr lang="en-US" altLang="zh-CN" sz="4400" b="0" i="0" u="none" strike="noStrike" kern="1200" cap="none" spc="0" baseline="0">
                <a:solidFill>
                  <a:srgbClr val="F98AC7"/>
                </a:solidFill>
                <a:latin typeface="Lora" pitchFamily="34" charset="0"/>
                <a:ea typeface="Lora" pitchFamily="34" charset="0"/>
                <a:cs typeface="Lora" pitchFamily="34" charset="0"/>
              </a:rPr>
              <a:t>Key Benefits of Migration to AWS</a:t>
            </a:r>
            <a:endParaRPr lang="zh-CN" altLang="en-US" sz="4400" b="0" i="0" u="none" strike="noStrike" kern="1200" cap="none" spc="0" baseline="0">
              <a:solidFill>
                <a:schemeClr val="tx1"/>
              </a:solidFill>
              <a:latin typeface="Aptos Display" pitchFamily="0" charset="0"/>
              <a:ea typeface="等线 Light" pitchFamily="0" charset="0"/>
              <a:cs typeface="Lucida Sans" pitchFamily="0" charset="0"/>
            </a:endParaRPr>
          </a:p>
        </p:txBody>
      </p:sp>
      <p:sp>
        <p:nvSpPr>
          <p:cNvPr id="97" name="Rectangles"/>
          <p:cNvSpPr>
            <a:spLocks/>
          </p:cNvSpPr>
          <p:nvPr/>
        </p:nvSpPr>
        <p:spPr>
          <a:xfrm rot="0">
            <a:off x="1376720" y="1690688"/>
            <a:ext cx="4318278" cy="351949"/>
          </a:xfrm>
          <a:prstGeom prst="rect"/>
          <a:noFill/>
          <a:ln w="12700" cmpd="sng" cap="flat">
            <a:noFill/>
            <a:prstDash val="solid"/>
            <a:miter/>
          </a:ln>
        </p:spPr>
        <p:txBody>
          <a:bodyPr vert="horz" wrap="none" lIns="0" tIns="0" rIns="0" bIns="0" anchor="t" anchorCtr="0">
            <a:prstTxWarp prst="textNoShape"/>
          </a:bodyPr>
          <a:lstStyle/>
          <a:p>
            <a:pPr marL="0" indent="0" algn="l">
              <a:lnSpc>
                <a:spcPts val="2750"/>
              </a:lnSpc>
              <a:spcBef>
                <a:spcPts val="0"/>
              </a:spcBef>
              <a:spcAft>
                <a:spcPts val="0"/>
              </a:spcAft>
              <a:buNone/>
            </a:pPr>
            <a:r>
              <a:rPr lang="en-US" altLang="zh-CN" sz="2200" b="1" i="0" u="none" strike="noStrike" kern="1200" cap="none" spc="0" baseline="0">
                <a:solidFill>
                  <a:srgbClr val="D6E5EF"/>
                </a:solidFill>
                <a:latin typeface="Lora" pitchFamily="34" charset="0"/>
                <a:ea typeface="Lora" pitchFamily="34" charset="0"/>
                <a:cs typeface="Lora" pitchFamily="34" charset="0"/>
              </a:rPr>
              <a:t>Eliminate Manual Booking Errors</a:t>
            </a:r>
            <a:endParaRPr lang="zh-CN" altLang="en-US" sz="2200" b="1" i="0" u="none" strike="noStrike" kern="1200" cap="none" spc="0" baseline="0">
              <a:solidFill>
                <a:schemeClr val="tx1"/>
              </a:solidFill>
              <a:latin typeface="Aptos" pitchFamily="0" charset="0"/>
              <a:ea typeface="等线" pitchFamily="0" charset="0"/>
              <a:cs typeface="Aptos" pitchFamily="0" charset="0"/>
            </a:endParaRPr>
          </a:p>
        </p:txBody>
      </p:sp>
      <p:sp>
        <p:nvSpPr>
          <p:cNvPr id="98" name="Rectangles"/>
          <p:cNvSpPr>
            <a:spLocks/>
          </p:cNvSpPr>
          <p:nvPr/>
        </p:nvSpPr>
        <p:spPr>
          <a:xfrm rot="0">
            <a:off x="1422274" y="2042637"/>
            <a:ext cx="5549979" cy="1149072"/>
          </a:xfrm>
          <a:prstGeom prst="rect"/>
          <a:noFill/>
          <a:ln w="12700" cmpd="sng" cap="flat">
            <a:noFill/>
            <a:prstDash val="solid"/>
            <a:miter/>
          </a:ln>
        </p:spPr>
        <p:txBody>
          <a:bodyPr vert="horz" wrap="square" lIns="0" tIns="0" rIns="0" bIns="0" anchor="t" anchorCtr="0">
            <a:prstTxWarp prst="textNoShape"/>
          </a:bodyPr>
          <a:lstStyle/>
          <a:p>
            <a:pPr marL="0" indent="0" algn="l">
              <a:lnSpc>
                <a:spcPts val="3000"/>
              </a:lnSpc>
              <a:spcBef>
                <a:spcPts val="0"/>
              </a:spcBef>
              <a:spcAft>
                <a:spcPts val="0"/>
              </a:spcAft>
              <a:buNone/>
            </a:pPr>
            <a:r>
              <a:rPr lang="en-US" altLang="zh-CN" sz="1600" b="0" i="0" u="none" strike="noStrike" kern="1200" cap="none" spc="0" baseline="0">
                <a:solidFill>
                  <a:srgbClr val="D6E5EF"/>
                </a:solidFill>
                <a:latin typeface="Source Sans 3" pitchFamily="34" charset="0"/>
                <a:ea typeface="Source Sans 3" pitchFamily="34" charset="0"/>
                <a:cs typeface="Source Sans 3" pitchFamily="34" charset="0"/>
              </a:rPr>
              <a:t>Automated reservation system reduces confusion and creates a professional customer experience that builds loyalty.</a:t>
            </a:r>
            <a:endParaRPr lang="zh-CN" altLang="en-US" sz="1600" b="0" i="0" u="none" strike="noStrike" kern="1200" cap="none" spc="0" baseline="0">
              <a:solidFill>
                <a:schemeClr val="tx1"/>
              </a:solidFill>
              <a:latin typeface="Aptos" pitchFamily="0" charset="0"/>
              <a:ea typeface="等线" pitchFamily="0" charset="0"/>
              <a:cs typeface="Aptos" pitchFamily="0" charset="0"/>
            </a:endParaRPr>
          </a:p>
        </p:txBody>
      </p:sp>
      <p:sp>
        <p:nvSpPr>
          <p:cNvPr id="99" name="Rectangles"/>
          <p:cNvSpPr>
            <a:spLocks/>
          </p:cNvSpPr>
          <p:nvPr/>
        </p:nvSpPr>
        <p:spPr>
          <a:xfrm rot="0">
            <a:off x="7769611" y="1690688"/>
            <a:ext cx="3394828" cy="351949"/>
          </a:xfrm>
          <a:prstGeom prst="rect"/>
          <a:noFill/>
          <a:ln w="12700" cmpd="sng" cap="flat">
            <a:noFill/>
            <a:prstDash val="solid"/>
            <a:miter/>
          </a:ln>
        </p:spPr>
        <p:txBody>
          <a:bodyPr vert="horz" wrap="none" lIns="0" tIns="0" rIns="0" bIns="0" anchor="t" anchorCtr="0">
            <a:prstTxWarp prst="textNoShape"/>
          </a:bodyPr>
          <a:lstStyle/>
          <a:p>
            <a:pPr marL="0" indent="0" algn="l">
              <a:lnSpc>
                <a:spcPts val="2750"/>
              </a:lnSpc>
              <a:spcBef>
                <a:spcPts val="0"/>
              </a:spcBef>
              <a:spcAft>
                <a:spcPts val="0"/>
              </a:spcAft>
              <a:buNone/>
            </a:pPr>
            <a:r>
              <a:rPr lang="en-US" altLang="zh-CN" sz="2200" b="1" i="0" u="none" strike="noStrike" kern="1200" cap="none" spc="0" baseline="0">
                <a:solidFill>
                  <a:srgbClr val="D6E5EF"/>
                </a:solidFill>
                <a:latin typeface="Lora" pitchFamily="34" charset="0"/>
                <a:ea typeface="Lora" pitchFamily="34" charset="0"/>
                <a:cs typeface="Lora" pitchFamily="34" charset="0"/>
              </a:rPr>
              <a:t>Reduce Operational Costs</a:t>
            </a:r>
            <a:endParaRPr lang="zh-CN" altLang="en-US" sz="2200" b="1" i="0" u="none" strike="noStrike" kern="1200" cap="none" spc="0" baseline="0">
              <a:solidFill>
                <a:schemeClr val="tx1"/>
              </a:solidFill>
              <a:latin typeface="Aptos" pitchFamily="0" charset="0"/>
              <a:ea typeface="等线" pitchFamily="0" charset="0"/>
              <a:cs typeface="Aptos" pitchFamily="0" charset="0"/>
            </a:endParaRPr>
          </a:p>
        </p:txBody>
      </p:sp>
      <p:sp>
        <p:nvSpPr>
          <p:cNvPr id="100" name="Rectangles"/>
          <p:cNvSpPr>
            <a:spLocks/>
          </p:cNvSpPr>
          <p:nvPr/>
        </p:nvSpPr>
        <p:spPr>
          <a:xfrm rot="0">
            <a:off x="7769611" y="2223783"/>
            <a:ext cx="4291008" cy="1149072"/>
          </a:xfrm>
          <a:prstGeom prst="rect"/>
          <a:noFill/>
          <a:ln w="12700" cmpd="sng" cap="flat">
            <a:noFill/>
            <a:prstDash val="solid"/>
            <a:miter/>
          </a:ln>
        </p:spPr>
        <p:txBody>
          <a:bodyPr vert="horz" wrap="square" lIns="0" tIns="0" rIns="0" bIns="0" anchor="t" anchorCtr="0">
            <a:prstTxWarp prst="textNoShape"/>
          </a:bodyPr>
          <a:lstStyle/>
          <a:p>
            <a:pPr marL="0" indent="0" algn="l">
              <a:lnSpc>
                <a:spcPts val="3000"/>
              </a:lnSpc>
              <a:spcBef>
                <a:spcPts val="0"/>
              </a:spcBef>
              <a:spcAft>
                <a:spcPts val="0"/>
              </a:spcAft>
              <a:buNone/>
            </a:pPr>
            <a:r>
              <a:rPr lang="en-US" altLang="zh-CN" sz="1600" b="0" i="0" u="none" strike="noStrike" kern="1200" cap="none" spc="0" baseline="0">
                <a:solidFill>
                  <a:srgbClr val="D6E5EF"/>
                </a:solidFill>
                <a:latin typeface="Source Sans 3" pitchFamily="34" charset="0"/>
                <a:ea typeface="Source Sans 3" pitchFamily="34" charset="0"/>
                <a:cs typeface="Source Sans 3" pitchFamily="34" charset="0"/>
              </a:rPr>
              <a:t>Staff spends less time managing reservations and orders, freeing them to focus on exceptional customer service and kitchen efficiency.</a:t>
            </a:r>
            <a:endParaRPr lang="zh-CN" altLang="en-US" sz="1600" b="0" i="0" u="none" strike="noStrike" kern="1200" cap="none" spc="0" baseline="0">
              <a:solidFill>
                <a:schemeClr val="tx1"/>
              </a:solidFill>
              <a:latin typeface="Aptos" pitchFamily="0" charset="0"/>
              <a:ea typeface="等线" pitchFamily="0" charset="0"/>
              <a:cs typeface="Aptos" pitchFamily="0" charset="0"/>
            </a:endParaRPr>
          </a:p>
        </p:txBody>
      </p:sp>
      <p:sp>
        <p:nvSpPr>
          <p:cNvPr id="101" name="Rectangles"/>
          <p:cNvSpPr>
            <a:spLocks/>
          </p:cNvSpPr>
          <p:nvPr/>
        </p:nvSpPr>
        <p:spPr>
          <a:xfrm rot="0">
            <a:off x="1376720" y="3833979"/>
            <a:ext cx="4221718" cy="351949"/>
          </a:xfrm>
          <a:prstGeom prst="rect"/>
          <a:noFill/>
          <a:ln w="12700" cmpd="sng" cap="flat">
            <a:noFill/>
            <a:prstDash val="solid"/>
            <a:miter/>
          </a:ln>
        </p:spPr>
        <p:txBody>
          <a:bodyPr vert="horz" wrap="none" lIns="0" tIns="0" rIns="0" bIns="0" anchor="t" anchorCtr="0">
            <a:prstTxWarp prst="textNoShape"/>
          </a:bodyPr>
          <a:lstStyle/>
          <a:p>
            <a:pPr marL="0" indent="0" algn="l">
              <a:lnSpc>
                <a:spcPts val="2750"/>
              </a:lnSpc>
              <a:spcBef>
                <a:spcPts val="0"/>
              </a:spcBef>
              <a:spcAft>
                <a:spcPts val="0"/>
              </a:spcAft>
              <a:buNone/>
            </a:pPr>
            <a:r>
              <a:rPr lang="en-US" altLang="zh-CN" sz="2200" b="1" i="0" u="none" strike="noStrike" kern="1200" cap="none" spc="0" baseline="0">
                <a:solidFill>
                  <a:srgbClr val="D6E5EF"/>
                </a:solidFill>
                <a:latin typeface="Lora" pitchFamily="34" charset="0"/>
                <a:ea typeface="Lora" pitchFamily="34" charset="0"/>
                <a:cs typeface="Lora" pitchFamily="34" charset="0"/>
              </a:rPr>
              <a:t>Increase Revenue Opportunities</a:t>
            </a:r>
            <a:endParaRPr lang="zh-CN" altLang="en-US" sz="2200" b="1" i="0" u="none" strike="noStrike" kern="1200" cap="none" spc="0" baseline="0">
              <a:solidFill>
                <a:schemeClr val="tx1"/>
              </a:solidFill>
              <a:latin typeface="Aptos" pitchFamily="0" charset="0"/>
              <a:ea typeface="等线" pitchFamily="0" charset="0"/>
              <a:cs typeface="Aptos" pitchFamily="0" charset="0"/>
            </a:endParaRPr>
          </a:p>
        </p:txBody>
      </p:sp>
      <p:sp>
        <p:nvSpPr>
          <p:cNvPr id="102" name="Rectangles"/>
          <p:cNvSpPr>
            <a:spLocks/>
          </p:cNvSpPr>
          <p:nvPr/>
        </p:nvSpPr>
        <p:spPr>
          <a:xfrm rot="0">
            <a:off x="1376721" y="4185929"/>
            <a:ext cx="5054060" cy="1149072"/>
          </a:xfrm>
          <a:prstGeom prst="rect"/>
          <a:noFill/>
          <a:ln w="12700" cmpd="sng" cap="flat">
            <a:noFill/>
            <a:prstDash val="solid"/>
            <a:miter/>
          </a:ln>
        </p:spPr>
        <p:txBody>
          <a:bodyPr vert="horz" wrap="square" lIns="0" tIns="0" rIns="0" bIns="0" anchor="t" anchorCtr="0">
            <a:prstTxWarp prst="textNoShape"/>
          </a:bodyPr>
          <a:lstStyle/>
          <a:p>
            <a:pPr marL="0" indent="0" algn="l">
              <a:lnSpc>
                <a:spcPts val="3000"/>
              </a:lnSpc>
              <a:spcBef>
                <a:spcPts val="0"/>
              </a:spcBef>
              <a:spcAft>
                <a:spcPts val="0"/>
              </a:spcAft>
              <a:buNone/>
            </a:pPr>
            <a:r>
              <a:rPr lang="en-US" altLang="zh-CN" sz="1600" b="0" i="0" u="none" strike="noStrike" kern="1200" cap="none" spc="0" baseline="0">
                <a:solidFill>
                  <a:srgbClr val="D6E5EF"/>
                </a:solidFill>
                <a:latin typeface="Source Sans 3" pitchFamily="34" charset="0"/>
                <a:ea typeface="Source Sans 3" pitchFamily="34" charset="0"/>
                <a:cs typeface="Source Sans 3" pitchFamily="34" charset="0"/>
              </a:rPr>
              <a:t>Online presence attracts new customers, enables pre-orders and advanced bookings, and creates upsell opportunities through digital promotions.</a:t>
            </a:r>
            <a:endParaRPr lang="zh-CN" altLang="en-US" sz="1600" b="0" i="0" u="none" strike="noStrike" kern="1200" cap="none" spc="0" baseline="0">
              <a:solidFill>
                <a:schemeClr val="tx1"/>
              </a:solidFill>
              <a:latin typeface="Aptos" pitchFamily="0" charset="0"/>
              <a:ea typeface="等线" pitchFamily="0" charset="0"/>
              <a:cs typeface="Aptos" pitchFamily="0" charset="0"/>
            </a:endParaRPr>
          </a:p>
        </p:txBody>
      </p:sp>
      <p:sp>
        <p:nvSpPr>
          <p:cNvPr id="103" name="Rectangles"/>
          <p:cNvSpPr>
            <a:spLocks/>
          </p:cNvSpPr>
          <p:nvPr/>
        </p:nvSpPr>
        <p:spPr>
          <a:xfrm rot="0">
            <a:off x="7882896" y="3833979"/>
            <a:ext cx="4064436" cy="351949"/>
          </a:xfrm>
          <a:prstGeom prst="rect"/>
          <a:noFill/>
          <a:ln w="12700" cmpd="sng" cap="flat">
            <a:noFill/>
            <a:prstDash val="solid"/>
            <a:miter/>
          </a:ln>
        </p:spPr>
        <p:txBody>
          <a:bodyPr vert="horz" wrap="none" lIns="0" tIns="0" rIns="0" bIns="0" anchor="t" anchorCtr="0">
            <a:prstTxWarp prst="textNoShape"/>
          </a:bodyPr>
          <a:lstStyle/>
          <a:p>
            <a:pPr marL="0" indent="0" algn="l">
              <a:lnSpc>
                <a:spcPts val="2750"/>
              </a:lnSpc>
              <a:spcBef>
                <a:spcPts val="0"/>
              </a:spcBef>
              <a:spcAft>
                <a:spcPts val="0"/>
              </a:spcAft>
              <a:buNone/>
            </a:pPr>
            <a:r>
              <a:rPr lang="en-US" altLang="zh-CN" sz="2200" b="0" i="0" u="none" strike="noStrike" kern="1200" cap="none" spc="0" baseline="0">
                <a:solidFill>
                  <a:srgbClr val="D6E5EF"/>
                </a:solidFill>
                <a:latin typeface="Lora" pitchFamily="34" charset="0"/>
                <a:ea typeface="Lora" pitchFamily="34" charset="0"/>
                <a:cs typeface="Lora" pitchFamily="34" charset="0"/>
              </a:rPr>
              <a:t>Improve Customer Satisfaction</a:t>
            </a:r>
            <a:endParaRPr lang="zh-CN" altLang="en-US" sz="2200" b="0" i="0" u="none" strike="noStrike" kern="1200" cap="none" spc="0" baseline="0">
              <a:solidFill>
                <a:schemeClr val="tx1"/>
              </a:solidFill>
              <a:latin typeface="Aptos" pitchFamily="0" charset="0"/>
              <a:ea typeface="等线" pitchFamily="0" charset="0"/>
              <a:cs typeface="Aptos" pitchFamily="0" charset="0"/>
            </a:endParaRPr>
          </a:p>
        </p:txBody>
      </p:sp>
      <p:sp>
        <p:nvSpPr>
          <p:cNvPr id="104" name="Rectangles"/>
          <p:cNvSpPr>
            <a:spLocks/>
          </p:cNvSpPr>
          <p:nvPr/>
        </p:nvSpPr>
        <p:spPr>
          <a:xfrm rot="0">
            <a:off x="7814443" y="4257961"/>
            <a:ext cx="3972068" cy="1149072"/>
          </a:xfrm>
          <a:prstGeom prst="rect"/>
          <a:noFill/>
          <a:ln w="12700" cmpd="sng" cap="flat">
            <a:noFill/>
            <a:prstDash val="solid"/>
            <a:miter/>
          </a:ln>
        </p:spPr>
        <p:txBody>
          <a:bodyPr vert="horz" wrap="square" lIns="0" tIns="0" rIns="0" bIns="0" anchor="t" anchorCtr="0">
            <a:prstTxWarp prst="textNoShape"/>
          </a:bodyPr>
          <a:lstStyle/>
          <a:p>
            <a:pPr marL="0" indent="0" algn="l">
              <a:lnSpc>
                <a:spcPts val="3000"/>
              </a:lnSpc>
              <a:spcBef>
                <a:spcPts val="0"/>
              </a:spcBef>
              <a:spcAft>
                <a:spcPts val="0"/>
              </a:spcAft>
              <a:buNone/>
            </a:pPr>
            <a:r>
              <a:rPr lang="en-US" altLang="zh-CN" sz="1600" b="0" i="0" u="none" strike="noStrike" kern="1200" cap="none" spc="0" baseline="0">
                <a:solidFill>
                  <a:srgbClr val="D6E5EF"/>
                </a:solidFill>
                <a:latin typeface="Source Sans 3" pitchFamily="34" charset="0"/>
                <a:ea typeface="Source Sans 3" pitchFamily="34" charset="0"/>
                <a:cs typeface="Source Sans 3" pitchFamily="34" charset="0"/>
              </a:rPr>
              <a:t>Seamless booking and ordering experience leads to positive reviews, repeat customers, and powerful word-of-mouth marketing.</a:t>
            </a:r>
            <a:endParaRPr lang="zh-CN" altLang="en-US" sz="1600" b="0" i="0" u="none" strike="noStrike" kern="1200" cap="none" spc="0" baseline="0">
              <a:solidFill>
                <a:schemeClr val="tx1"/>
              </a:solidFill>
              <a:latin typeface="Aptos" pitchFamily="0" charset="0"/>
              <a:ea typeface="等线" pitchFamily="0" charset="0"/>
              <a:cs typeface="Aptos" pitchFamily="0" charset="0"/>
            </a:endParaRPr>
          </a:p>
        </p:txBody>
      </p:sp>
      <p:pic>
        <p:nvPicPr>
          <p:cNvPr id="105" name="Images" descr="preencoded.png"/>
          <p:cNvPicPr>
            <a:picLocks noChangeAspect="1"/>
          </p:cNvPicPr>
          <p:nvPr/>
        </p:nvPicPr>
        <p:blipFill>
          <a:blip r:embed="rId1" cstate="print"/>
          <a:stretch>
            <a:fillRect/>
          </a:stretch>
        </p:blipFill>
        <p:spPr>
          <a:xfrm rot="0">
            <a:off x="614705" y="3833979"/>
            <a:ext cx="630093" cy="396000"/>
          </a:xfrm>
          <a:prstGeom prst="rect"/>
          <a:noFill/>
          <a:ln w="12700" cmpd="sng" cap="flat">
            <a:noFill/>
            <a:prstDash val="solid"/>
            <a:miter/>
          </a:ln>
        </p:spPr>
      </p:pic>
      <p:pic>
        <p:nvPicPr>
          <p:cNvPr id="106" name="Images" descr="preencoded.png"/>
          <p:cNvPicPr>
            <a:picLocks noChangeAspect="1"/>
          </p:cNvPicPr>
          <p:nvPr/>
        </p:nvPicPr>
        <p:blipFill>
          <a:blip r:embed="rId2" cstate="print"/>
          <a:stretch>
            <a:fillRect/>
          </a:stretch>
        </p:blipFill>
        <p:spPr>
          <a:xfrm rot="0">
            <a:off x="609450" y="1718637"/>
            <a:ext cx="630091" cy="396000"/>
          </a:xfrm>
          <a:prstGeom prst="rect"/>
          <a:noFill/>
          <a:ln w="12700" cmpd="sng" cap="flat">
            <a:noFill/>
            <a:prstDash val="solid"/>
            <a:miter/>
          </a:ln>
        </p:spPr>
      </p:pic>
      <p:pic>
        <p:nvPicPr>
          <p:cNvPr id="107" name="Images" descr="preencoded.png"/>
          <p:cNvPicPr>
            <a:picLocks noChangeAspect="1"/>
          </p:cNvPicPr>
          <p:nvPr/>
        </p:nvPicPr>
        <p:blipFill>
          <a:blip r:embed="rId3" cstate="print"/>
          <a:stretch>
            <a:fillRect/>
          </a:stretch>
        </p:blipFill>
        <p:spPr>
          <a:xfrm rot="0">
            <a:off x="7138001" y="1718637"/>
            <a:ext cx="630093" cy="396000"/>
          </a:xfrm>
          <a:prstGeom prst="rect"/>
          <a:noFill/>
          <a:ln w="12700" cmpd="sng" cap="flat">
            <a:noFill/>
            <a:prstDash val="solid"/>
            <a:miter/>
          </a:ln>
        </p:spPr>
      </p:pic>
      <p:pic>
        <p:nvPicPr>
          <p:cNvPr id="108" name="Images" descr="preencoded.png"/>
          <p:cNvPicPr>
            <a:picLocks noChangeAspect="1"/>
          </p:cNvPicPr>
          <p:nvPr/>
        </p:nvPicPr>
        <p:blipFill>
          <a:blip r:embed="rId4" cstate="print"/>
          <a:stretch>
            <a:fillRect/>
          </a:stretch>
        </p:blipFill>
        <p:spPr>
          <a:xfrm rot="0">
            <a:off x="7138001" y="3833979"/>
            <a:ext cx="630093" cy="396000"/>
          </a:xfrm>
          <a:prstGeom prst="rect"/>
          <a:noFill/>
          <a:ln w="12700" cmpd="sng" cap="flat">
            <a:noFill/>
            <a:prstDash val="solid"/>
            <a:miter/>
          </a:ln>
        </p:spPr>
      </p:pic>
    </p:spTree>
    <p:extLst>
      <p:ext uri="{BB962C8B-B14F-4D97-AF65-F5344CB8AC3E}">
        <p14:creationId xmlns:p14="http://schemas.microsoft.com/office/powerpoint/2010/main" val="1722442320"/>
      </p:ext>
    </p:extLst>
  </p:cSld>
  <p:clrMapOvr>
    <a:masterClrMapping/>
  </p:clrMapOvr>
  <p:transition spd="slow"/>
</p:sld>
</file>

<file path=ppt/slides/slide8.xml><?xml version="1.0" encoding="utf-8"?>
<p:sld xmlns:p="http://schemas.openxmlformats.org/presentationml/2006/main" xmlns:r="http://schemas.openxmlformats.org/officeDocument/2006/relationships" xmlns:a="http://schemas.openxmlformats.org/drawingml/2006/main">
  <p:cSld>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grpSp>
        <p:nvGrpSpPr>
          <p:cNvPr id="130" name="Combination"/>
          <p:cNvGrpSpPr>
            <a:grpSpLocks/>
          </p:cNvGrpSpPr>
          <p:nvPr/>
        </p:nvGrpSpPr>
        <p:grpSpPr>
          <a:xfrm>
            <a:off x="838200" y="1825625"/>
            <a:ext cx="10515600" cy="4351338"/>
            <a:chOff x="838200" y="1825625"/>
            <a:chExt cx="10515600" cy="4351338"/>
          </a:xfrm>
        </p:grpSpPr>
        <p:sp>
          <p:nvSpPr>
            <p:cNvPr id="117" name="Rectangles"/>
            <p:cNvSpPr>
              <a:spLocks/>
            </p:cNvSpPr>
            <p:nvPr/>
          </p:nvSpPr>
          <p:spPr>
            <a:xfrm rot="0">
              <a:off x="838200" y="1825625"/>
              <a:ext cx="10515600" cy="4351338"/>
            </a:xfrm>
            <a:prstGeom prst="rect"/>
            <a:noFill/>
            <a:ln w="12700" cmpd="sng" cap="flat">
              <a:noFill/>
              <a:prstDash val="solid"/>
              <a:miter/>
            </a:ln>
          </p:spPr>
        </p:sp>
        <p:sp>
          <p:nvSpPr>
            <p:cNvPr id="118" name="Rectangles"/>
            <p:cNvSpPr>
              <a:spLocks/>
            </p:cNvSpPr>
            <p:nvPr/>
          </p:nvSpPr>
          <p:spPr>
            <a:xfrm rot="0">
              <a:off x="1977178" y="3029174"/>
              <a:ext cx="932562" cy="932562"/>
            </a:xfrm>
            <a:prstGeom prst="rect"/>
            <a:blipFill rotWithShape="1">
              <a:blip r:embed="rId1"/>
              <a:stretch/>
            </a:blipFill>
            <a:ln w="19050" cmpd="sng" cap="flat">
              <a:noFill/>
              <a:prstDash val="solid"/>
              <a:miter/>
            </a:ln>
          </p:spPr>
        </p:sp>
        <p:sp>
          <p:nvSpPr>
            <p:cNvPr id="119" name="Rectangles"/>
            <p:cNvSpPr>
              <a:spLocks/>
            </p:cNvSpPr>
            <p:nvPr/>
          </p:nvSpPr>
          <p:spPr>
            <a:xfrm rot="0">
              <a:off x="1407279" y="4253413"/>
              <a:ext cx="2072362" cy="719999"/>
            </a:xfrm>
            <a:prstGeom prst="rect"/>
            <a:noFill/>
            <a:ln w="12700" cmpd="sng" cap="flat">
              <a:noFill/>
              <a:prstDash val="solid"/>
              <a:round/>
            </a:ln>
          </p:spPr>
        </p:sp>
        <p:sp>
          <p:nvSpPr>
            <p:cNvPr id="120" name="Rectangles"/>
            <p:cNvSpPr>
              <a:spLocks/>
            </p:cNvSpPr>
            <p:nvPr/>
          </p:nvSpPr>
          <p:spPr>
            <a:xfrm rot="0">
              <a:off x="1407279" y="4253413"/>
              <a:ext cx="2072362" cy="719999"/>
            </a:xfrm>
            <a:prstGeom prst="rect"/>
            <a:noFill/>
            <a:ln w="12700" cmpd="sng" cap="flat">
              <a:noFill/>
              <a:prstDash val="solid"/>
              <a:miter/>
            </a:ln>
          </p:spPr>
          <p:txBody>
            <a:bodyPr vert="horz" wrap="square" lIns="0" tIns="0" rIns="0" bIns="0" anchor="t" anchorCtr="0">
              <a:prstTxWarp prst="textNoShape"/>
            </a:bodyPr>
            <a:lstStyle/>
            <a:p>
              <a:pPr marL="0" indent="0" algn="ctr" defTabSz="755650">
                <a:lnSpc>
                  <a:spcPct val="90000"/>
                </a:lnSpc>
                <a:spcBef>
                  <a:spcPts val="0"/>
                </a:spcBef>
                <a:spcAft>
                  <a:spcPct val="35000"/>
                </a:spcAft>
                <a:buNone/>
              </a:pPr>
              <a:r>
                <a:rPr lang="en-US" altLang="zh-CN" sz="1700" b="0" i="0" u="none" strike="noStrike" kern="1200" cap="none" spc="0" baseline="0">
                  <a:solidFill>
                    <a:schemeClr val="tx1"/>
                  </a:solidFill>
                  <a:latin typeface="Aptos" pitchFamily="0" charset="0"/>
                  <a:ea typeface="等线" pitchFamily="0" charset="0"/>
                  <a:cs typeface="Aptos" pitchFamily="0" charset="0"/>
                </a:rPr>
                <a:t>Am</a:t>
              </a:r>
              <a:r>
                <a:rPr lang="en-US" altLang="zh-CN" sz="1700" b="0" i="0" u="none" strike="noStrike" kern="1200" cap="none" spc="0" baseline="0">
                  <a:solidFill>
                    <a:schemeClr val="tx1"/>
                  </a:solidFill>
                  <a:latin typeface="Aptos" pitchFamily="0" charset="0"/>
                  <a:ea typeface="等线" pitchFamily="0" charset="0"/>
                  <a:cs typeface="Aptos" pitchFamily="0" charset="0"/>
                </a:rPr>
                <a:t>azon S3 – Hosts static website content</a:t>
              </a:r>
              <a:endParaRPr lang="zh-CN" altLang="en-US" sz="1700" b="0" i="0" u="none" strike="noStrike" kern="1200" cap="none" spc="0" baseline="0">
                <a:solidFill>
                  <a:schemeClr val="tx1"/>
                </a:solidFill>
                <a:latin typeface="Aptos" pitchFamily="0" charset="0"/>
                <a:ea typeface="等线" pitchFamily="0" charset="0"/>
                <a:cs typeface="Aptos" pitchFamily="0" charset="0"/>
              </a:endParaRPr>
            </a:p>
          </p:txBody>
        </p:sp>
        <p:sp>
          <p:nvSpPr>
            <p:cNvPr id="121" name="Rectangles"/>
            <p:cNvSpPr>
              <a:spLocks/>
            </p:cNvSpPr>
            <p:nvPr/>
          </p:nvSpPr>
          <p:spPr>
            <a:xfrm rot="0">
              <a:off x="4412205" y="3029174"/>
              <a:ext cx="932561" cy="932562"/>
            </a:xfrm>
            <a:prstGeom prst="rect"/>
            <a:blipFill rotWithShape="1">
              <a:blip r:embed="rId2"/>
              <a:stretch/>
            </a:blipFill>
            <a:ln w="19050" cmpd="sng" cap="flat">
              <a:noFill/>
              <a:prstDash val="solid"/>
              <a:miter/>
            </a:ln>
          </p:spPr>
        </p:sp>
        <p:sp>
          <p:nvSpPr>
            <p:cNvPr id="122" name="Rectangles"/>
            <p:cNvSpPr>
              <a:spLocks/>
            </p:cNvSpPr>
            <p:nvPr/>
          </p:nvSpPr>
          <p:spPr>
            <a:xfrm rot="0">
              <a:off x="3842304" y="4253413"/>
              <a:ext cx="2072362" cy="719999"/>
            </a:xfrm>
            <a:prstGeom prst="rect"/>
            <a:noFill/>
            <a:ln w="12700" cmpd="sng" cap="flat">
              <a:noFill/>
              <a:prstDash val="solid"/>
              <a:round/>
            </a:ln>
          </p:spPr>
        </p:sp>
        <p:sp>
          <p:nvSpPr>
            <p:cNvPr id="123" name="Rectangles"/>
            <p:cNvSpPr>
              <a:spLocks/>
            </p:cNvSpPr>
            <p:nvPr/>
          </p:nvSpPr>
          <p:spPr>
            <a:xfrm rot="0">
              <a:off x="3842304" y="4253413"/>
              <a:ext cx="2072362" cy="719999"/>
            </a:xfrm>
            <a:prstGeom prst="rect"/>
            <a:noFill/>
            <a:ln w="12700" cmpd="sng" cap="flat">
              <a:noFill/>
              <a:prstDash val="solid"/>
              <a:miter/>
            </a:ln>
          </p:spPr>
          <p:txBody>
            <a:bodyPr vert="horz" wrap="square" lIns="0" tIns="0" rIns="0" bIns="0" anchor="t" anchorCtr="0">
              <a:prstTxWarp prst="textNoShape"/>
            </a:bodyPr>
            <a:lstStyle/>
            <a:p>
              <a:pPr marL="0" indent="0" algn="ctr" defTabSz="755650">
                <a:lnSpc>
                  <a:spcPct val="90000"/>
                </a:lnSpc>
                <a:spcBef>
                  <a:spcPts val="0"/>
                </a:spcBef>
                <a:spcAft>
                  <a:spcPct val="35000"/>
                </a:spcAft>
                <a:buNone/>
              </a:pPr>
              <a:r>
                <a:rPr lang="en-US" altLang="zh-CN" sz="1700" b="0" i="0" u="none" strike="noStrike" kern="1200" cap="none" spc="0" baseline="0">
                  <a:solidFill>
                    <a:schemeClr val="tx1"/>
                  </a:solidFill>
                  <a:latin typeface="Aptos" pitchFamily="0" charset="0"/>
                  <a:ea typeface="等线" pitchFamily="0" charset="0"/>
                  <a:cs typeface="Aptos" pitchFamily="0" charset="0"/>
                </a:rPr>
                <a:t>Amazon Route 53 – Domain management</a:t>
              </a:r>
              <a:endParaRPr lang="zh-CN" altLang="en-US" sz="1700" b="0" i="0" u="none" strike="noStrike" kern="1200" cap="none" spc="0" baseline="0">
                <a:solidFill>
                  <a:schemeClr val="tx1"/>
                </a:solidFill>
                <a:latin typeface="Aptos" pitchFamily="0" charset="0"/>
                <a:ea typeface="等线" pitchFamily="0" charset="0"/>
                <a:cs typeface="Aptos" pitchFamily="0" charset="0"/>
              </a:endParaRPr>
            </a:p>
          </p:txBody>
        </p:sp>
        <p:sp>
          <p:nvSpPr>
            <p:cNvPr id="124" name="Rectangles"/>
            <p:cNvSpPr>
              <a:spLocks/>
            </p:cNvSpPr>
            <p:nvPr/>
          </p:nvSpPr>
          <p:spPr>
            <a:xfrm rot="0">
              <a:off x="6847230" y="3029174"/>
              <a:ext cx="932563" cy="932562"/>
            </a:xfrm>
            <a:prstGeom prst="rect"/>
            <a:blipFill rotWithShape="1">
              <a:blip r:embed="rId3"/>
              <a:stretch/>
            </a:blipFill>
            <a:ln w="19050" cmpd="sng" cap="flat">
              <a:noFill/>
              <a:prstDash val="solid"/>
              <a:miter/>
            </a:ln>
          </p:spPr>
        </p:sp>
        <p:sp>
          <p:nvSpPr>
            <p:cNvPr id="125" name="Rectangles"/>
            <p:cNvSpPr>
              <a:spLocks/>
            </p:cNvSpPr>
            <p:nvPr/>
          </p:nvSpPr>
          <p:spPr>
            <a:xfrm rot="0">
              <a:off x="6277331" y="4253413"/>
              <a:ext cx="2072362" cy="719999"/>
            </a:xfrm>
            <a:prstGeom prst="rect"/>
            <a:noFill/>
            <a:ln w="12700" cmpd="sng" cap="flat">
              <a:noFill/>
              <a:prstDash val="solid"/>
              <a:round/>
            </a:ln>
          </p:spPr>
        </p:sp>
        <p:sp>
          <p:nvSpPr>
            <p:cNvPr id="126" name="Rectangles"/>
            <p:cNvSpPr>
              <a:spLocks/>
            </p:cNvSpPr>
            <p:nvPr/>
          </p:nvSpPr>
          <p:spPr>
            <a:xfrm rot="0">
              <a:off x="6277331" y="4253413"/>
              <a:ext cx="2072362" cy="719999"/>
            </a:xfrm>
            <a:prstGeom prst="rect"/>
            <a:noFill/>
            <a:ln w="12700" cmpd="sng" cap="flat">
              <a:noFill/>
              <a:prstDash val="solid"/>
              <a:miter/>
            </a:ln>
          </p:spPr>
          <p:txBody>
            <a:bodyPr vert="horz" wrap="square" lIns="0" tIns="0" rIns="0" bIns="0" anchor="t" anchorCtr="0">
              <a:prstTxWarp prst="textNoShape"/>
            </a:bodyPr>
            <a:lstStyle/>
            <a:p>
              <a:pPr marL="0" indent="0" algn="ctr" defTabSz="755650">
                <a:lnSpc>
                  <a:spcPct val="90000"/>
                </a:lnSpc>
                <a:spcBef>
                  <a:spcPts val="0"/>
                </a:spcBef>
                <a:spcAft>
                  <a:spcPct val="35000"/>
                </a:spcAft>
                <a:buNone/>
              </a:pPr>
              <a:r>
                <a:rPr lang="en-US" altLang="zh-CN" sz="1700" b="0" i="0" u="none" strike="noStrike" kern="1200" cap="none" spc="0" baseline="0">
                  <a:solidFill>
                    <a:schemeClr val="tx1"/>
                  </a:solidFill>
                  <a:latin typeface="Aptos" pitchFamily="0" charset="0"/>
                  <a:ea typeface="等线" pitchFamily="0" charset="0"/>
                  <a:cs typeface="Aptos" pitchFamily="0" charset="0"/>
                </a:rPr>
                <a:t>Amazon CloudFront – Speeds up delivery through CDN</a:t>
              </a:r>
              <a:endParaRPr lang="zh-CN" altLang="en-US" sz="1700" b="0" i="0" u="none" strike="noStrike" kern="1200" cap="none" spc="0" baseline="0">
                <a:solidFill>
                  <a:schemeClr val="tx1"/>
                </a:solidFill>
                <a:latin typeface="Aptos" pitchFamily="0" charset="0"/>
                <a:ea typeface="等线" pitchFamily="0" charset="0"/>
                <a:cs typeface="Aptos" pitchFamily="0" charset="0"/>
              </a:endParaRPr>
            </a:p>
          </p:txBody>
        </p:sp>
        <p:sp>
          <p:nvSpPr>
            <p:cNvPr id="127" name="Rectangles"/>
            <p:cNvSpPr>
              <a:spLocks/>
            </p:cNvSpPr>
            <p:nvPr/>
          </p:nvSpPr>
          <p:spPr>
            <a:xfrm rot="0">
              <a:off x="9282257" y="3029174"/>
              <a:ext cx="932561" cy="932562"/>
            </a:xfrm>
            <a:prstGeom prst="rect"/>
            <a:blipFill rotWithShape="1">
              <a:blip r:embed="rId4"/>
              <a:stretch/>
            </a:blipFill>
            <a:ln w="19050" cmpd="sng" cap="flat">
              <a:noFill/>
              <a:prstDash val="solid"/>
              <a:miter/>
            </a:ln>
          </p:spPr>
        </p:sp>
        <p:sp>
          <p:nvSpPr>
            <p:cNvPr id="128" name="Rectangles"/>
            <p:cNvSpPr>
              <a:spLocks/>
            </p:cNvSpPr>
            <p:nvPr/>
          </p:nvSpPr>
          <p:spPr>
            <a:xfrm rot="0">
              <a:off x="8712357" y="4253413"/>
              <a:ext cx="2072362" cy="719999"/>
            </a:xfrm>
            <a:prstGeom prst="rect"/>
            <a:noFill/>
            <a:ln w="12700" cmpd="sng" cap="flat">
              <a:noFill/>
              <a:prstDash val="solid"/>
              <a:round/>
            </a:ln>
          </p:spPr>
        </p:sp>
        <p:sp>
          <p:nvSpPr>
            <p:cNvPr id="129" name="Rectangles"/>
            <p:cNvSpPr>
              <a:spLocks/>
            </p:cNvSpPr>
            <p:nvPr/>
          </p:nvSpPr>
          <p:spPr>
            <a:xfrm rot="0">
              <a:off x="8712357" y="4253413"/>
              <a:ext cx="2072362" cy="719999"/>
            </a:xfrm>
            <a:prstGeom prst="rect"/>
            <a:noFill/>
            <a:ln w="12700" cmpd="sng" cap="flat">
              <a:noFill/>
              <a:prstDash val="solid"/>
              <a:miter/>
            </a:ln>
          </p:spPr>
          <p:txBody>
            <a:bodyPr vert="horz" wrap="square" lIns="0" tIns="0" rIns="0" bIns="0" anchor="t" anchorCtr="0">
              <a:prstTxWarp prst="textNoShape"/>
            </a:bodyPr>
            <a:lstStyle/>
            <a:p>
              <a:pPr marL="0" indent="0" algn="ctr" defTabSz="755650">
                <a:lnSpc>
                  <a:spcPct val="90000"/>
                </a:lnSpc>
                <a:spcBef>
                  <a:spcPts val="0"/>
                </a:spcBef>
                <a:spcAft>
                  <a:spcPct val="35000"/>
                </a:spcAft>
                <a:buNone/>
              </a:pPr>
              <a:r>
                <a:rPr lang="en-US" altLang="zh-CN" sz="1700" b="0" i="0" u="none" strike="noStrike" kern="1200" cap="none" spc="0" baseline="0">
                  <a:solidFill>
                    <a:schemeClr val="tx1"/>
                  </a:solidFill>
                  <a:latin typeface="Aptos" pitchFamily="0" charset="0"/>
                  <a:ea typeface="等线" pitchFamily="0" charset="0"/>
                  <a:cs typeface="Aptos" pitchFamily="0" charset="0"/>
                </a:rPr>
                <a:t>IAM – Controls access and security</a:t>
              </a:r>
              <a:r>
                <a:rPr lang="en-US" altLang="zh-CN" sz="1700" b="0" i="0" u="none" strike="noStrike" kern="1200" cap="none" spc="0" baseline="0">
                  <a:solidFill>
                    <a:schemeClr val="tx1"/>
                  </a:solidFill>
                  <a:latin typeface="Aptos" pitchFamily="0" charset="0"/>
                  <a:ea typeface="等线" pitchFamily="0" charset="0"/>
                  <a:cs typeface="Aptos" pitchFamily="0" charset="0"/>
                </a:rPr>
                <a:t> </a:t>
              </a:r>
              <a:endParaRPr lang="zh-CN" altLang="en-US" sz="1700" b="0" i="0" u="none" strike="noStrike" kern="1200" cap="none" spc="0" baseline="0">
                <a:solidFill>
                  <a:schemeClr val="tx1"/>
                </a:solidFill>
                <a:latin typeface="Aptos" pitchFamily="0" charset="0"/>
                <a:ea typeface="等线" pitchFamily="0" charset="0"/>
                <a:cs typeface="Aptos" pitchFamily="0" charset="0"/>
              </a:endParaRPr>
            </a:p>
          </p:txBody>
        </p:sp>
      </p:grpSp>
      <p:sp>
        <p:nvSpPr>
          <p:cNvPr id="131" name="Text box"/>
          <p:cNvSpPr>
            <a:spLocks noGrp="1"/>
          </p:cNvSpPr>
          <p:nvPr>
            <p:ph type="title"/>
          </p:nvPr>
        </p:nvSpPr>
        <p:spPr>
          <a:xfrm rot="0">
            <a:off x="838200" y="365124"/>
            <a:ext cx="10515600" cy="1325562"/>
          </a:xfrm>
          <a:prstGeom prst="rect"/>
          <a:noFill/>
          <a:ln w="12700" cmpd="sng" cap="flat">
            <a:noFill/>
            <a:prstDash val="solid"/>
            <a:miter/>
          </a:ln>
        </p:spPr>
        <p:txBody>
          <a:bodyPr vert="horz" wrap="square" lIns="0" tIns="0" rIns="0" bIns="0" anchor="t" anchorCtr="0">
            <a:prstTxWarp prst="textNoShape"/>
          </a:bodyPr>
          <a:lstStyle/>
          <a:p>
            <a:pPr marL="0" indent="0" algn="l">
              <a:lnSpc>
                <a:spcPts val="5150"/>
              </a:lnSpc>
              <a:spcBef>
                <a:spcPts val="0"/>
              </a:spcBef>
              <a:spcAft>
                <a:spcPts val="0"/>
              </a:spcAft>
              <a:buNone/>
            </a:pPr>
            <a:r>
              <a:rPr lang="en-US" altLang="zh-CN" sz="4150" b="0" i="0" u="none" strike="noStrike" kern="1200" cap="none" spc="0" baseline="0">
                <a:solidFill>
                  <a:srgbClr val="F98AC7"/>
                </a:solidFill>
                <a:latin typeface="Lora" pitchFamily="34" charset="0"/>
                <a:ea typeface="Lora" pitchFamily="34" charset="0"/>
                <a:cs typeface="Lora" pitchFamily="34" charset="0"/>
              </a:rPr>
              <a:t>AWS Services/Architecture </a:t>
            </a:r>
            <a:endParaRPr lang="zh-CN" altLang="en-US" sz="4150" b="0" i="0" u="none" strike="noStrike" kern="1200" cap="none" spc="0" baseline="0">
              <a:solidFill>
                <a:schemeClr val="tx1"/>
              </a:solidFill>
              <a:latin typeface="Aptos Display" pitchFamily="0" charset="0"/>
              <a:ea typeface="等线 Light" pitchFamily="0" charset="0"/>
              <a:cs typeface="Lucida Sans" pitchFamily="0" charset="0"/>
            </a:endParaRPr>
          </a:p>
        </p:txBody>
      </p:sp>
    </p:spTree>
    <p:extLst>
      <p:ext uri="{BB962C8B-B14F-4D97-AF65-F5344CB8AC3E}">
        <p14:creationId xmlns:p14="http://schemas.microsoft.com/office/powerpoint/2010/main" val="937241949"/>
      </p:ext>
    </p:extLst>
  </p:cSld>
  <p:clrMapOvr>
    <a:masterClrMapping/>
  </p:clrMapOvr>
  <p:transition spd="slow"/>
</p:sld>
</file>

<file path=ppt/slides/slide9.xml><?xml version="1.0" encoding="utf-8"?>
<p:sld xmlns:p="http://schemas.openxmlformats.org/presentationml/2006/main" xmlns:r="http://schemas.openxmlformats.org/officeDocument/2006/relationships" xmlns:a="http://schemas.openxmlformats.org/drawingml/2006/main">
  <p:cSld>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sp>
        <p:nvSpPr>
          <p:cNvPr id="135" name="曲线"/>
          <p:cNvSpPr>
            <a:spLocks/>
          </p:cNvSpPr>
          <p:nvPr/>
        </p:nvSpPr>
        <p:spPr>
          <a:xfrm rot="0">
            <a:off x="1985147" y="1690688"/>
            <a:ext cx="8193174" cy="4020564"/>
          </a:xfrm>
          <a:custGeom>
            <a:gdLst>
              <a:gd name="T1" fmla="*/ 0 w 21600"/>
              <a:gd name="T2" fmla="*/ 0 h 21600"/>
              <a:gd name="T3" fmla="*/ 21600 w 21600"/>
              <a:gd name="T4" fmla="*/ 21600 h 21600"/>
            </a:gdLst>
            <a:rect l="T1" t="T2" r="T3" b="T4"/>
            <a:pathLst>
              <a:path w="21600" h="21600">
                <a:moveTo>
                  <a:pt x="0" y="0"/>
                </a:moveTo>
                <a:lnTo>
                  <a:pt x="21600" y="0"/>
                </a:lnTo>
                <a:lnTo>
                  <a:pt x="21600" y="21600"/>
                </a:lnTo>
                <a:lnTo>
                  <a:pt x="0" y="21600"/>
                </a:lnTo>
                <a:lnTo>
                  <a:pt x="0" y="0"/>
                </a:lnTo>
                <a:close/>
              </a:path>
            </a:pathLst>
          </a:custGeom>
          <a:blipFill rotWithShape="1">
            <a:blip r:embed="rId1"/>
            <a:stretch/>
          </a:blipFill>
          <a:ln cmpd="sng" cap="flat">
            <a:noFill/>
            <a:prstDash val="solid"/>
            <a:miter/>
          </a:ln>
        </p:spPr>
      </p:sp>
      <p:sp>
        <p:nvSpPr>
          <p:cNvPr id="136" name="Text box"/>
          <p:cNvSpPr>
            <a:spLocks noGrp="1"/>
          </p:cNvSpPr>
          <p:nvPr>
            <p:ph type="title"/>
          </p:nvPr>
        </p:nvSpPr>
        <p:spPr>
          <a:xfrm rot="0">
            <a:off x="838200" y="365124"/>
            <a:ext cx="10515600" cy="1325562"/>
          </a:xfrm>
          <a:prstGeom prst="rect"/>
          <a:noFill/>
          <a:ln w="12700" cmpd="sng" cap="flat">
            <a:noFill/>
            <a:prstDash val="solid"/>
            <a:miter/>
          </a:ln>
        </p:spPr>
        <p:txBody>
          <a:bodyPr vert="horz" wrap="none" lIns="0" tIns="0" rIns="0" bIns="0" anchor="t" anchorCtr="0">
            <a:prstTxWarp prst="textNoShape"/>
          </a:bodyPr>
          <a:lstStyle/>
          <a:p>
            <a:pPr marL="0" indent="0" algn="l">
              <a:lnSpc>
                <a:spcPts val="5350"/>
              </a:lnSpc>
              <a:spcBef>
                <a:spcPts val="0"/>
              </a:spcBef>
              <a:spcAft>
                <a:spcPts val="0"/>
              </a:spcAft>
              <a:buNone/>
            </a:pPr>
            <a:r>
              <a:rPr lang="en-US" altLang="zh-CN" sz="3200" b="0" i="0" u="none" strike="noStrike" kern="1200" cap="none" spc="0" baseline="0">
                <a:solidFill>
                  <a:srgbClr val="F98AC7"/>
                </a:solidFill>
                <a:latin typeface="Lora" pitchFamily="34" charset="0"/>
                <a:ea typeface="Lora" pitchFamily="34" charset="0"/>
                <a:cs typeface="Lora" pitchFamily="34" charset="0"/>
              </a:rPr>
              <a:t>AWS Cost Analysis</a:t>
            </a:r>
            <a:endParaRPr lang="zh-CN" altLang="en-US" sz="3200" b="0" i="0" u="none" strike="noStrike" kern="1200" cap="none" spc="0" baseline="0">
              <a:solidFill>
                <a:schemeClr val="tx1"/>
              </a:solidFill>
              <a:latin typeface="Aptos Display" pitchFamily="0" charset="0"/>
              <a:ea typeface="等线 Light" pitchFamily="0" charset="0"/>
              <a:cs typeface="Lucida Sans" pitchFamily="0" charset="0"/>
            </a:endParaRPr>
          </a:p>
        </p:txBody>
      </p:sp>
    </p:spTree>
    <p:extLst>
      <p:ext uri="{BB962C8B-B14F-4D97-AF65-F5344CB8AC3E}">
        <p14:creationId xmlns:p14="http://schemas.microsoft.com/office/powerpoint/2010/main" val="89743582"/>
      </p:ext>
    </p:extLst>
  </p:cSld>
  <p:clrMapOvr>
    <a:masterClrMapping/>
  </p:clrMapOvr>
  <p:transition spd="slow"/>
</p:sld>
</file>

<file path=ppt/slides/slide10.xml><?xml version="1.0" encoding="utf-8"?>
<p:sld xmlns:p="http://schemas.openxmlformats.org/presentationml/2006/main" xmlns:r="http://schemas.openxmlformats.org/officeDocument/2006/relationships" xmlns:a="http://schemas.openxmlformats.org/drawingml/2006/main">
  <p:cSld>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pic>
        <p:nvPicPr>
          <p:cNvPr id="140" name="Images" descr="A cloud computing logo with a lock on top of a server&#10;&#10;AI-generated content may be incorrect."/>
          <p:cNvPicPr>
            <a:picLocks noChangeAspect="1"/>
          </p:cNvPicPr>
          <p:nvPr/>
        </p:nvPicPr>
        <p:blipFill>
          <a:blip r:embed="rId1" cstate="print"/>
          <a:stretch>
            <a:fillRect/>
          </a:stretch>
        </p:blipFill>
        <p:spPr>
          <a:xfrm rot="0">
            <a:off x="-1" y="0"/>
            <a:ext cx="4826833" cy="6858000"/>
          </a:xfrm>
          <a:prstGeom prst="rect"/>
          <a:noFill/>
          <a:ln w="12700" cmpd="sng" cap="flat">
            <a:noFill/>
            <a:prstDash val="solid"/>
            <a:miter/>
          </a:ln>
        </p:spPr>
      </p:pic>
      <p:sp>
        <p:nvSpPr>
          <p:cNvPr id="141" name="Text box"/>
          <p:cNvSpPr>
            <a:spLocks noGrp="1"/>
          </p:cNvSpPr>
          <p:nvPr>
            <p:ph type="title"/>
          </p:nvPr>
        </p:nvSpPr>
        <p:spPr>
          <a:xfrm rot="0">
            <a:off x="5272339" y="146047"/>
            <a:ext cx="5257799" cy="735255"/>
          </a:xfrm>
          <a:prstGeom prst="rect"/>
          <a:noFill/>
          <a:ln w="12700" cmpd="sng" cap="flat">
            <a:noFill/>
            <a:prstDash val="solid"/>
            <a:miter/>
          </a:ln>
        </p:spPr>
        <p:txBody>
          <a:bodyPr vert="horz" wrap="none" lIns="0" tIns="0" rIns="0" bIns="0" anchor="t" anchorCtr="0">
            <a:prstTxWarp prst="textNoShape"/>
          </a:bodyPr>
          <a:lstStyle/>
          <a:p>
            <a:pPr marL="0" indent="0" algn="l">
              <a:lnSpc>
                <a:spcPts val="5350"/>
              </a:lnSpc>
              <a:spcBef>
                <a:spcPts val="0"/>
              </a:spcBef>
              <a:spcAft>
                <a:spcPts val="0"/>
              </a:spcAft>
              <a:buNone/>
            </a:pPr>
            <a:r>
              <a:rPr lang="en-US" altLang="zh-CN" sz="3200" b="0" i="0" u="none" strike="noStrike" kern="1200" cap="none" spc="0" baseline="0">
                <a:solidFill>
                  <a:srgbClr val="F98AC7"/>
                </a:solidFill>
                <a:latin typeface="Lora" pitchFamily="34" charset="0"/>
                <a:ea typeface="Lora" pitchFamily="34" charset="0"/>
                <a:cs typeface="Lora" pitchFamily="34" charset="0"/>
              </a:rPr>
              <a:t>Security &amp; Peace of Mind</a:t>
            </a:r>
            <a:endParaRPr lang="zh-CN" altLang="en-US" sz="3200" b="0" i="0" u="none" strike="noStrike" kern="1200" cap="none" spc="0" baseline="0">
              <a:solidFill>
                <a:schemeClr val="tx1"/>
              </a:solidFill>
              <a:latin typeface="Aptos Display" pitchFamily="0" charset="0"/>
              <a:ea typeface="等线 Light" pitchFamily="0" charset="0"/>
              <a:cs typeface="Lucida Sans" pitchFamily="0" charset="0"/>
            </a:endParaRPr>
          </a:p>
        </p:txBody>
      </p:sp>
      <p:grpSp>
        <p:nvGrpSpPr>
          <p:cNvPr id="144" name="Combination"/>
          <p:cNvGrpSpPr>
            <a:grpSpLocks/>
          </p:cNvGrpSpPr>
          <p:nvPr/>
        </p:nvGrpSpPr>
        <p:grpSpPr>
          <a:xfrm>
            <a:off x="6364375" y="4120817"/>
            <a:ext cx="3614408" cy="2379022"/>
            <a:chOff x="6364375" y="4120817"/>
            <a:chExt cx="3614408" cy="2379022"/>
          </a:xfrm>
        </p:grpSpPr>
        <p:pic>
          <p:nvPicPr>
            <p:cNvPr id="142" name="Images" descr="preencoded.png"/>
            <p:cNvPicPr>
              <a:picLocks noChangeAspect="1"/>
            </p:cNvPicPr>
            <p:nvPr/>
          </p:nvPicPr>
          <p:blipFill>
            <a:blip r:embed="rId2" cstate="print"/>
            <a:stretch>
              <a:fillRect/>
            </a:stretch>
          </p:blipFill>
          <p:spPr>
            <a:xfrm rot="0">
              <a:off x="6364375" y="4120817"/>
              <a:ext cx="101332" cy="2370270"/>
            </a:xfrm>
            <a:prstGeom prst="rect"/>
            <a:noFill/>
            <a:ln w="12700" cmpd="sng" cap="flat">
              <a:noFill/>
              <a:prstDash val="solid"/>
              <a:miter/>
            </a:ln>
          </p:spPr>
        </p:pic>
        <p:sp>
          <p:nvSpPr>
            <p:cNvPr id="143" name="Rounded rectangle"/>
            <p:cNvSpPr>
              <a:spLocks/>
            </p:cNvSpPr>
            <p:nvPr/>
          </p:nvSpPr>
          <p:spPr>
            <a:xfrm rot="0">
              <a:off x="6460281" y="4129569"/>
              <a:ext cx="3518502" cy="2370270"/>
            </a:xfrm>
            <a:prstGeom prst="roundRect">
              <a:avLst>
                <a:gd name="adj" fmla="val 5129"/>
              </a:avLst>
            </a:prstGeom>
            <a:solidFill>
              <a:srgbClr val="252833"/>
            </a:solidFill>
            <a:ln w="30480" cmpd="sng" cap="flat">
              <a:solidFill>
                <a:srgbClr val="5D606B"/>
              </a:solidFill>
              <a:prstDash val="solid"/>
              <a:round/>
            </a:ln>
          </p:spPr>
        </p:sp>
      </p:grpSp>
      <p:grpSp>
        <p:nvGrpSpPr>
          <p:cNvPr id="147" name="Combination"/>
          <p:cNvGrpSpPr>
            <a:grpSpLocks/>
          </p:cNvGrpSpPr>
          <p:nvPr/>
        </p:nvGrpSpPr>
        <p:grpSpPr>
          <a:xfrm>
            <a:off x="8726933" y="992227"/>
            <a:ext cx="3143242" cy="2915492"/>
            <a:chOff x="8726933" y="992227"/>
            <a:chExt cx="3143242" cy="2915492"/>
          </a:xfrm>
        </p:grpSpPr>
        <p:pic>
          <p:nvPicPr>
            <p:cNvPr id="145" name="Images" descr="preencoded.png"/>
            <p:cNvPicPr>
              <a:picLocks noChangeAspect="1"/>
            </p:cNvPicPr>
            <p:nvPr/>
          </p:nvPicPr>
          <p:blipFill>
            <a:blip r:embed="rId3" cstate="print"/>
            <a:stretch>
              <a:fillRect/>
            </a:stretch>
          </p:blipFill>
          <p:spPr>
            <a:xfrm rot="0">
              <a:off x="8726933" y="1055935"/>
              <a:ext cx="121919" cy="2851785"/>
            </a:xfrm>
            <a:prstGeom prst="rect"/>
            <a:noFill/>
            <a:ln w="12700" cmpd="sng" cap="flat">
              <a:noFill/>
              <a:prstDash val="solid"/>
              <a:miter/>
            </a:ln>
          </p:spPr>
        </p:pic>
        <p:sp>
          <p:nvSpPr>
            <p:cNvPr id="146" name="Rounded rectangle"/>
            <p:cNvSpPr>
              <a:spLocks/>
            </p:cNvSpPr>
            <p:nvPr/>
          </p:nvSpPr>
          <p:spPr>
            <a:xfrm rot="0">
              <a:off x="8816340" y="992227"/>
              <a:ext cx="3053836" cy="2851785"/>
            </a:xfrm>
            <a:prstGeom prst="roundRect">
              <a:avLst>
                <a:gd name="adj" fmla="val 5129"/>
              </a:avLst>
            </a:prstGeom>
            <a:solidFill>
              <a:srgbClr val="252833"/>
            </a:solidFill>
            <a:ln w="30480" cmpd="sng" cap="flat">
              <a:solidFill>
                <a:srgbClr val="5D606B"/>
              </a:solidFill>
              <a:prstDash val="solid"/>
              <a:round/>
            </a:ln>
          </p:spPr>
        </p:sp>
      </p:grpSp>
      <p:grpSp>
        <p:nvGrpSpPr>
          <p:cNvPr id="152" name="Combination"/>
          <p:cNvGrpSpPr>
            <a:grpSpLocks/>
          </p:cNvGrpSpPr>
          <p:nvPr/>
        </p:nvGrpSpPr>
        <p:grpSpPr>
          <a:xfrm>
            <a:off x="5272339" y="976681"/>
            <a:ext cx="3139205" cy="2867330"/>
            <a:chOff x="5272339" y="976681"/>
            <a:chExt cx="3139205" cy="2867330"/>
          </a:xfrm>
        </p:grpSpPr>
        <p:grpSp>
          <p:nvGrpSpPr>
            <p:cNvPr id="150" name="Combination"/>
            <p:cNvGrpSpPr>
              <a:grpSpLocks/>
            </p:cNvGrpSpPr>
            <p:nvPr/>
          </p:nvGrpSpPr>
          <p:grpSpPr>
            <a:xfrm>
              <a:off x="5272339" y="976681"/>
              <a:ext cx="3139205" cy="2867330"/>
              <a:chOff x="5272339" y="976681"/>
              <a:chExt cx="3139205" cy="2867330"/>
            </a:xfrm>
          </p:grpSpPr>
          <p:sp>
            <p:nvSpPr>
              <p:cNvPr id="148" name="Rounded rectangle"/>
              <p:cNvSpPr>
                <a:spLocks/>
              </p:cNvSpPr>
              <p:nvPr/>
            </p:nvSpPr>
            <p:spPr>
              <a:xfrm rot="0">
                <a:off x="5319222" y="976681"/>
                <a:ext cx="3092322" cy="2851785"/>
              </a:xfrm>
              <a:prstGeom prst="roundRect">
                <a:avLst>
                  <a:gd name="adj" fmla="val 5129"/>
                </a:avLst>
              </a:prstGeom>
              <a:solidFill>
                <a:srgbClr val="252833"/>
              </a:solidFill>
              <a:ln w="30480" cmpd="sng" cap="flat">
                <a:solidFill>
                  <a:srgbClr val="5D606B"/>
                </a:solidFill>
                <a:prstDash val="solid"/>
                <a:round/>
              </a:ln>
            </p:spPr>
          </p:sp>
          <p:pic>
            <p:nvPicPr>
              <p:cNvPr id="149" name="Images" descr="preencoded.png"/>
              <p:cNvPicPr>
                <a:picLocks noChangeAspect="1"/>
              </p:cNvPicPr>
              <p:nvPr/>
            </p:nvPicPr>
            <p:blipFill>
              <a:blip r:embed="rId4" cstate="print"/>
              <a:stretch>
                <a:fillRect/>
              </a:stretch>
            </p:blipFill>
            <p:spPr>
              <a:xfrm rot="0">
                <a:off x="5272339" y="992226"/>
                <a:ext cx="121919" cy="2851785"/>
              </a:xfrm>
              <a:prstGeom prst="rect"/>
              <a:noFill/>
              <a:ln w="12700" cmpd="sng" cap="flat">
                <a:noFill/>
                <a:prstDash val="solid"/>
                <a:miter/>
              </a:ln>
            </p:spPr>
          </p:pic>
        </p:grpSp>
        <p:sp>
          <p:nvSpPr>
            <p:cNvPr id="151" name="Rectangles"/>
            <p:cNvSpPr>
              <a:spLocks/>
            </p:cNvSpPr>
            <p:nvPr/>
          </p:nvSpPr>
          <p:spPr>
            <a:xfrm rot="0">
              <a:off x="5539448" y="1095780"/>
              <a:ext cx="2720459" cy="340043"/>
            </a:xfrm>
            <a:prstGeom prst="rect"/>
            <a:noFill/>
            <a:ln w="12700" cmpd="sng" cap="flat">
              <a:noFill/>
              <a:prstDash val="solid"/>
              <a:miter/>
            </a:ln>
          </p:spPr>
          <p:txBody>
            <a:bodyPr vert="horz" wrap="none" lIns="0" tIns="0" rIns="0" bIns="0" anchor="t" anchorCtr="0">
              <a:prstTxWarp prst="textNoShape"/>
            </a:bodyPr>
            <a:lstStyle/>
            <a:p>
              <a:pPr marL="0" indent="0" algn="l">
                <a:lnSpc>
                  <a:spcPts val="2650"/>
                </a:lnSpc>
                <a:spcBef>
                  <a:spcPts val="0"/>
                </a:spcBef>
                <a:spcAft>
                  <a:spcPts val="0"/>
                </a:spcAft>
                <a:buNone/>
              </a:pPr>
              <a:r>
                <a:rPr lang="en-US" altLang="zh-CN" sz="2100" b="0" i="0" u="none" strike="noStrike" kern="1200" cap="none" spc="0" baseline="0">
                  <a:solidFill>
                    <a:srgbClr val="D6E5EF"/>
                  </a:solidFill>
                  <a:latin typeface="Lora" pitchFamily="34" charset="0"/>
                  <a:ea typeface="Lora" pitchFamily="34" charset="0"/>
                  <a:cs typeface="Lora" pitchFamily="34" charset="0"/>
                </a:rPr>
                <a:t>Data Protection</a:t>
              </a:r>
              <a:endParaRPr lang="zh-CN" altLang="en-US" sz="2100" b="0" i="0" u="none" strike="noStrike" kern="1200" cap="none" spc="0" baseline="0">
                <a:solidFill>
                  <a:schemeClr val="tx1"/>
                </a:solidFill>
                <a:latin typeface="Aptos" pitchFamily="0" charset="0"/>
                <a:ea typeface="等线" pitchFamily="0" charset="0"/>
                <a:cs typeface="Aptos" pitchFamily="0" charset="0"/>
              </a:endParaRPr>
            </a:p>
          </p:txBody>
        </p:sp>
      </p:grpSp>
      <p:sp>
        <p:nvSpPr>
          <p:cNvPr id="153" name="Rectangles"/>
          <p:cNvSpPr>
            <a:spLocks/>
          </p:cNvSpPr>
          <p:nvPr/>
        </p:nvSpPr>
        <p:spPr>
          <a:xfrm rot="0">
            <a:off x="8983028" y="1096542"/>
            <a:ext cx="2720459" cy="340043"/>
          </a:xfrm>
          <a:prstGeom prst="rect"/>
          <a:noFill/>
          <a:ln w="12700" cmpd="sng" cap="flat">
            <a:noFill/>
            <a:prstDash val="solid"/>
            <a:miter/>
          </a:ln>
        </p:spPr>
        <p:txBody>
          <a:bodyPr vert="horz" wrap="none" lIns="0" tIns="0" rIns="0" bIns="0" anchor="t" anchorCtr="0">
            <a:prstTxWarp prst="textNoShape"/>
          </a:bodyPr>
          <a:lstStyle/>
          <a:p>
            <a:pPr marL="0" indent="0" algn="l">
              <a:lnSpc>
                <a:spcPts val="2650"/>
              </a:lnSpc>
              <a:spcBef>
                <a:spcPts val="0"/>
              </a:spcBef>
              <a:spcAft>
                <a:spcPts val="0"/>
              </a:spcAft>
              <a:buNone/>
            </a:pPr>
            <a:r>
              <a:rPr lang="en-US" altLang="zh-CN" sz="2100" b="0" i="0" u="none" strike="noStrike" kern="1200" cap="none" spc="0" baseline="0">
                <a:solidFill>
                  <a:srgbClr val="D6E5EF"/>
                </a:solidFill>
                <a:latin typeface="Lora" pitchFamily="34" charset="0"/>
                <a:ea typeface="Lora" pitchFamily="34" charset="0"/>
                <a:cs typeface="Lora" pitchFamily="34" charset="0"/>
              </a:rPr>
              <a:t>Compliance Ready</a:t>
            </a:r>
            <a:endParaRPr lang="zh-CN" altLang="en-US" sz="2100" b="0" i="0" u="none" strike="noStrike" kern="1200" cap="none" spc="0" baseline="0">
              <a:solidFill>
                <a:schemeClr val="tx1"/>
              </a:solidFill>
              <a:latin typeface="Aptos" pitchFamily="0" charset="0"/>
              <a:ea typeface="等线" pitchFamily="0" charset="0"/>
              <a:cs typeface="Aptos" pitchFamily="0" charset="0"/>
            </a:endParaRPr>
          </a:p>
        </p:txBody>
      </p:sp>
      <p:sp>
        <p:nvSpPr>
          <p:cNvPr id="154" name="Rectangles"/>
          <p:cNvSpPr>
            <a:spLocks/>
          </p:cNvSpPr>
          <p:nvPr/>
        </p:nvSpPr>
        <p:spPr>
          <a:xfrm rot="0">
            <a:off x="6643024" y="4290247"/>
            <a:ext cx="2720459" cy="437543"/>
          </a:xfrm>
          <a:prstGeom prst="rect"/>
          <a:noFill/>
          <a:ln w="12700" cmpd="sng" cap="flat">
            <a:noFill/>
            <a:prstDash val="solid"/>
            <a:miter/>
          </a:ln>
        </p:spPr>
        <p:txBody>
          <a:bodyPr vert="horz" wrap="none" lIns="0" tIns="0" rIns="0" bIns="0" anchor="t" anchorCtr="0">
            <a:prstTxWarp prst="textNoShape"/>
          </a:bodyPr>
          <a:lstStyle/>
          <a:p>
            <a:pPr marL="0" indent="0" algn="l">
              <a:lnSpc>
                <a:spcPts val="2650"/>
              </a:lnSpc>
              <a:spcBef>
                <a:spcPts val="0"/>
              </a:spcBef>
              <a:spcAft>
                <a:spcPts val="0"/>
              </a:spcAft>
              <a:buNone/>
            </a:pPr>
            <a:r>
              <a:rPr lang="en-US" altLang="zh-CN" sz="2100" b="0" i="0" u="none" strike="noStrike" kern="1200" cap="none" spc="0" baseline="0">
                <a:solidFill>
                  <a:srgbClr val="D6E5EF"/>
                </a:solidFill>
                <a:latin typeface="Lora" pitchFamily="34" charset="0"/>
                <a:ea typeface="Lora" pitchFamily="34" charset="0"/>
                <a:cs typeface="Lora" pitchFamily="34" charset="0"/>
              </a:rPr>
              <a:t>Automatic Backups</a:t>
            </a:r>
            <a:endParaRPr lang="zh-CN" altLang="en-US" sz="2100" b="0" i="0" u="none" strike="noStrike" kern="1200" cap="none" spc="0" baseline="0">
              <a:solidFill>
                <a:schemeClr val="tx1"/>
              </a:solidFill>
              <a:latin typeface="Aptos" pitchFamily="0" charset="0"/>
              <a:ea typeface="等线" pitchFamily="0" charset="0"/>
              <a:cs typeface="Aptos" pitchFamily="0" charset="0"/>
            </a:endParaRPr>
          </a:p>
        </p:txBody>
      </p:sp>
      <p:sp>
        <p:nvSpPr>
          <p:cNvPr id="155" name="Rectangles"/>
          <p:cNvSpPr>
            <a:spLocks/>
          </p:cNvSpPr>
          <p:nvPr/>
        </p:nvSpPr>
        <p:spPr>
          <a:xfrm rot="0">
            <a:off x="5402805" y="1622406"/>
            <a:ext cx="3032284" cy="1849636"/>
          </a:xfrm>
          <a:prstGeom prst="rect"/>
          <a:noFill/>
          <a:ln w="12700" cmpd="sng" cap="flat">
            <a:noFill/>
            <a:prstDash val="solid"/>
            <a:miter/>
          </a:ln>
        </p:spPr>
        <p:txBody>
          <a:bodyPr vert="horz" wrap="square" lIns="0" tIns="0" rIns="0" bIns="0" anchor="t" anchorCtr="0">
            <a:prstTxWarp prst="textNoShape"/>
          </a:bodyPr>
          <a:lstStyle/>
          <a:p>
            <a:pPr marL="0" indent="0" algn="l">
              <a:lnSpc>
                <a:spcPts val="2900"/>
              </a:lnSpc>
              <a:spcBef>
                <a:spcPts val="0"/>
              </a:spcBef>
              <a:spcAft>
                <a:spcPts val="0"/>
              </a:spcAft>
              <a:buNone/>
            </a:pPr>
            <a:r>
              <a:rPr lang="en-US" altLang="zh-CN" sz="1600" b="0" i="0" u="none" strike="noStrike" kern="1200" cap="none" spc="0" baseline="0">
                <a:solidFill>
                  <a:srgbClr val="D6E5EF"/>
                </a:solidFill>
                <a:latin typeface="Source Sans 3" pitchFamily="34" charset="0"/>
                <a:ea typeface="Source Sans 3" pitchFamily="34" charset="0"/>
                <a:cs typeface="Source Sans 3" pitchFamily="34" charset="0"/>
              </a:rPr>
              <a:t>AWS uses a high level of security to protect its customers data. Your reputation and the customer’s trust are safe.</a:t>
            </a:r>
            <a:endParaRPr lang="zh-CN" altLang="en-US" sz="1600" b="0" i="0" u="none" strike="noStrike" kern="1200" cap="none" spc="0" baseline="0">
              <a:solidFill>
                <a:schemeClr val="tx1"/>
              </a:solidFill>
              <a:latin typeface="Aptos" pitchFamily="0" charset="0"/>
              <a:ea typeface="等线" pitchFamily="0" charset="0"/>
              <a:cs typeface="Aptos" pitchFamily="0" charset="0"/>
            </a:endParaRPr>
          </a:p>
        </p:txBody>
      </p:sp>
      <p:sp>
        <p:nvSpPr>
          <p:cNvPr id="156" name="Rectangles"/>
          <p:cNvSpPr>
            <a:spLocks/>
          </p:cNvSpPr>
          <p:nvPr/>
        </p:nvSpPr>
        <p:spPr>
          <a:xfrm rot="0">
            <a:off x="6561616" y="4664150"/>
            <a:ext cx="3396582" cy="1849636"/>
          </a:xfrm>
          <a:prstGeom prst="rect"/>
          <a:noFill/>
          <a:ln w="12700" cmpd="sng" cap="flat">
            <a:noFill/>
            <a:prstDash val="solid"/>
            <a:miter/>
          </a:ln>
        </p:spPr>
        <p:txBody>
          <a:bodyPr vert="horz" wrap="square" lIns="0" tIns="0" rIns="0" bIns="0" anchor="t" anchorCtr="0">
            <a:prstTxWarp prst="textNoShape"/>
          </a:bodyPr>
          <a:lstStyle/>
          <a:p>
            <a:pPr marL="0" indent="0" algn="l">
              <a:lnSpc>
                <a:spcPts val="2900"/>
              </a:lnSpc>
              <a:spcBef>
                <a:spcPts val="0"/>
              </a:spcBef>
              <a:spcAft>
                <a:spcPts val="0"/>
              </a:spcAft>
              <a:buNone/>
            </a:pPr>
            <a:r>
              <a:rPr lang="en-US" altLang="zh-CN" sz="1800" b="0" i="0" u="none" strike="noStrike" kern="1200" cap="none" spc="0" baseline="0">
                <a:solidFill>
                  <a:srgbClr val="D6E5EF"/>
                </a:solidFill>
                <a:latin typeface="Source Sans 3" pitchFamily="34" charset="0"/>
                <a:ea typeface="Source Sans 3" pitchFamily="34" charset="0"/>
                <a:cs typeface="Source Sans 3" pitchFamily="34" charset="0"/>
              </a:rPr>
              <a:t>Your website and customer data are automatically backed up. No worry about losing important reservation or order information.</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157" name="Rectangles"/>
          <p:cNvSpPr>
            <a:spLocks/>
          </p:cNvSpPr>
          <p:nvPr/>
        </p:nvSpPr>
        <p:spPr>
          <a:xfrm rot="0">
            <a:off x="8903934" y="1557009"/>
            <a:ext cx="2940825" cy="1849636"/>
          </a:xfrm>
          <a:prstGeom prst="rect"/>
          <a:noFill/>
          <a:ln w="12700" cmpd="sng" cap="flat">
            <a:noFill/>
            <a:prstDash val="solid"/>
            <a:miter/>
          </a:ln>
        </p:spPr>
        <p:txBody>
          <a:bodyPr vert="horz" wrap="square" lIns="0" tIns="0" rIns="0" bIns="0" anchor="t" anchorCtr="0">
            <a:prstTxWarp prst="textNoShape"/>
          </a:bodyPr>
          <a:lstStyle/>
          <a:p>
            <a:pPr marL="0" indent="0" algn="l">
              <a:lnSpc>
                <a:spcPts val="2900"/>
              </a:lnSpc>
              <a:spcBef>
                <a:spcPts val="0"/>
              </a:spcBef>
              <a:spcAft>
                <a:spcPts val="0"/>
              </a:spcAft>
              <a:buNone/>
            </a:pPr>
            <a:r>
              <a:rPr lang="en-US" altLang="zh-CN" sz="1800" b="0" i="0" u="none" strike="noStrike" kern="1200" cap="none" spc="0" baseline="0">
                <a:solidFill>
                  <a:srgbClr val="D6E5EF"/>
                </a:solidFill>
                <a:latin typeface="Source Sans 3" pitchFamily="34" charset="0"/>
                <a:ea typeface="Source Sans 3" pitchFamily="34" charset="0"/>
                <a:cs typeface="Source Sans 3" pitchFamily="34" charset="0"/>
              </a:rPr>
              <a:t>AWS infrastructure meets industry best practices for data  handling, giving you complete confidentiality and compliance. </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517775803"/>
      </p:ext>
    </p:extLst>
  </p:cSld>
  <p:clrMapOvr>
    <a:masterClrMapping/>
  </p:clrMapOvr>
  <p:transition spd="slow"/>
</p:sld>
</file>

<file path=ppt/slides/slide11.xml><?xml version="1.0" encoding="utf-8"?>
<p:sld xmlns:p="http://schemas.openxmlformats.org/presentationml/2006/main" xmlns:r="http://schemas.openxmlformats.org/officeDocument/2006/relationships" xmlns:a="http://schemas.openxmlformats.org/drawingml/2006/main">
  <p:cSld>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sp>
        <p:nvSpPr>
          <p:cNvPr id="162" name="Text box"/>
          <p:cNvSpPr>
            <a:spLocks noGrp="1"/>
          </p:cNvSpPr>
          <p:nvPr>
            <p:ph type="title"/>
          </p:nvPr>
        </p:nvSpPr>
        <p:spPr>
          <a:xfrm rot="0">
            <a:off x="838200" y="365126"/>
            <a:ext cx="10515600" cy="624225"/>
          </a:xfrm>
          <a:prstGeom prst="rect"/>
          <a:noFill/>
          <a:ln w="12700" cmpd="sng" cap="flat">
            <a:noFill/>
            <a:prstDash val="solid"/>
            <a:miter/>
          </a:ln>
        </p:spPr>
        <p:txBody>
          <a:bodyPr vert="horz" wrap="none" lIns="0" tIns="0" rIns="0" bIns="0" anchor="t" anchorCtr="0">
            <a:prstTxWarp prst="textNoShape"/>
          </a:bodyPr>
          <a:lstStyle/>
          <a:p>
            <a:pPr marL="0" indent="0" algn="l">
              <a:lnSpc>
                <a:spcPts val="5400"/>
              </a:lnSpc>
              <a:spcBef>
                <a:spcPts val="0"/>
              </a:spcBef>
              <a:spcAft>
                <a:spcPts val="0"/>
              </a:spcAft>
              <a:buNone/>
            </a:pPr>
            <a:r>
              <a:rPr lang="en-US" altLang="zh-CN" sz="3900" b="0" i="0" u="none" strike="noStrike" kern="1200" cap="none" spc="0" baseline="0">
                <a:solidFill>
                  <a:srgbClr val="F98AC7"/>
                </a:solidFill>
                <a:latin typeface="Lora" pitchFamily="34" charset="0"/>
                <a:ea typeface="Lora" pitchFamily="34" charset="0"/>
                <a:cs typeface="Lora" pitchFamily="34" charset="0"/>
              </a:rPr>
              <a:t>Your Path Forward</a:t>
            </a:r>
            <a:endParaRPr lang="zh-CN" altLang="en-US" sz="3900" b="0" i="0" u="none" strike="noStrike" kern="1200" cap="none" spc="0" baseline="0">
              <a:solidFill>
                <a:schemeClr val="tx1"/>
              </a:solidFill>
              <a:latin typeface="Aptos Display" pitchFamily="0" charset="0"/>
              <a:ea typeface="等线 Light" pitchFamily="0" charset="0"/>
              <a:cs typeface="Lucida Sans" pitchFamily="0" charset="0"/>
            </a:endParaRPr>
          </a:p>
        </p:txBody>
      </p:sp>
      <p:sp>
        <p:nvSpPr>
          <p:cNvPr id="163" name="Rounded rectangle"/>
          <p:cNvSpPr>
            <a:spLocks/>
          </p:cNvSpPr>
          <p:nvPr/>
        </p:nvSpPr>
        <p:spPr>
          <a:xfrm rot="0">
            <a:off x="4850789" y="1457226"/>
            <a:ext cx="702469" cy="30479"/>
          </a:xfrm>
          <a:prstGeom prst="roundRect">
            <a:avLst>
              <a:gd name="adj" fmla="val 115245"/>
            </a:avLst>
          </a:prstGeom>
          <a:solidFill>
            <a:srgbClr val="5D606B"/>
          </a:solidFill>
          <a:ln w="12700" cmpd="sng" cap="flat">
            <a:noFill/>
            <a:prstDash val="solid"/>
            <a:miter/>
          </a:ln>
        </p:spPr>
      </p:sp>
      <p:sp>
        <p:nvSpPr>
          <p:cNvPr id="164" name="Rounded rectangle"/>
          <p:cNvSpPr>
            <a:spLocks/>
          </p:cNvSpPr>
          <p:nvPr/>
        </p:nvSpPr>
        <p:spPr>
          <a:xfrm rot="0">
            <a:off x="5495575" y="2675811"/>
            <a:ext cx="702469" cy="30479"/>
          </a:xfrm>
          <a:prstGeom prst="roundRect">
            <a:avLst>
              <a:gd name="adj" fmla="val 115245"/>
            </a:avLst>
          </a:prstGeom>
          <a:solidFill>
            <a:srgbClr val="5D606B"/>
          </a:solidFill>
          <a:ln w="12700" cmpd="sng" cap="flat">
            <a:noFill/>
            <a:prstDash val="solid"/>
            <a:miter/>
          </a:ln>
        </p:spPr>
      </p:sp>
      <p:sp>
        <p:nvSpPr>
          <p:cNvPr id="165" name="Rounded rectangle"/>
          <p:cNvSpPr>
            <a:spLocks/>
          </p:cNvSpPr>
          <p:nvPr/>
        </p:nvSpPr>
        <p:spPr>
          <a:xfrm rot="0">
            <a:off x="5495575" y="4290475"/>
            <a:ext cx="702469" cy="30479"/>
          </a:xfrm>
          <a:prstGeom prst="roundRect">
            <a:avLst>
              <a:gd name="adj" fmla="val 115245"/>
            </a:avLst>
          </a:prstGeom>
          <a:solidFill>
            <a:srgbClr val="5D606B"/>
          </a:solidFill>
          <a:ln w="12700" cmpd="sng" cap="flat">
            <a:noFill/>
            <a:prstDash val="solid"/>
            <a:miter/>
          </a:ln>
        </p:spPr>
      </p:sp>
      <p:sp>
        <p:nvSpPr>
          <p:cNvPr id="166" name="Rounded rectangle"/>
          <p:cNvSpPr>
            <a:spLocks/>
          </p:cNvSpPr>
          <p:nvPr/>
        </p:nvSpPr>
        <p:spPr>
          <a:xfrm rot="0">
            <a:off x="4811870" y="3467903"/>
            <a:ext cx="702469" cy="30479"/>
          </a:xfrm>
          <a:prstGeom prst="roundRect">
            <a:avLst>
              <a:gd name="adj" fmla="val 115245"/>
            </a:avLst>
          </a:prstGeom>
          <a:solidFill>
            <a:srgbClr val="5D606B"/>
          </a:solidFill>
          <a:ln w="12700" cmpd="sng" cap="flat">
            <a:noFill/>
            <a:prstDash val="solid"/>
            <a:miter/>
          </a:ln>
        </p:spPr>
      </p:sp>
      <p:sp>
        <p:nvSpPr>
          <p:cNvPr id="167" name="Rounded rectangle"/>
          <p:cNvSpPr>
            <a:spLocks/>
          </p:cNvSpPr>
          <p:nvPr/>
        </p:nvSpPr>
        <p:spPr>
          <a:xfrm rot="0">
            <a:off x="6162899" y="2442865"/>
            <a:ext cx="526852" cy="526852"/>
          </a:xfrm>
          <a:prstGeom prst="roundRect">
            <a:avLst>
              <a:gd name="adj" fmla="val 6666"/>
            </a:avLst>
          </a:prstGeom>
          <a:solidFill>
            <a:srgbClr val="444752"/>
          </a:solid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1800" b="0" i="0" u="none" strike="noStrike" kern="1200" cap="none" spc="0" baseline="0">
                <a:solidFill>
                  <a:srgbClr val="D6E5EF"/>
                </a:solidFill>
                <a:latin typeface="Lora" pitchFamily="34" charset="0"/>
                <a:ea typeface="Lora" pitchFamily="34" charset="0"/>
                <a:cs typeface="Lora" pitchFamily="34" charset="0"/>
              </a:rPr>
              <a:t> 2 </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168" name="Rounded rectangle"/>
          <p:cNvSpPr>
            <a:spLocks/>
          </p:cNvSpPr>
          <p:nvPr/>
        </p:nvSpPr>
        <p:spPr>
          <a:xfrm rot="0">
            <a:off x="4279098" y="3107118"/>
            <a:ext cx="526852" cy="526852"/>
          </a:xfrm>
          <a:prstGeom prst="roundRect">
            <a:avLst>
              <a:gd name="adj" fmla="val 6666"/>
            </a:avLst>
          </a:prstGeom>
          <a:solidFill>
            <a:srgbClr val="444752"/>
          </a:solid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1800" b="0" i="0" u="none" strike="noStrike" kern="1200" cap="none" spc="0" baseline="0">
                <a:solidFill>
                  <a:srgbClr val="D6E5EF"/>
                </a:solidFill>
                <a:latin typeface="Lora" pitchFamily="34" charset="0"/>
                <a:ea typeface="Lora" pitchFamily="34" charset="0"/>
                <a:cs typeface="Lora" pitchFamily="34" charset="0"/>
              </a:rPr>
              <a:t> 3</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169" name="Rounded rectangle"/>
          <p:cNvSpPr>
            <a:spLocks/>
          </p:cNvSpPr>
          <p:nvPr/>
        </p:nvSpPr>
        <p:spPr>
          <a:xfrm rot="0">
            <a:off x="6177889" y="4027049"/>
            <a:ext cx="526851" cy="526852"/>
          </a:xfrm>
          <a:prstGeom prst="roundRect">
            <a:avLst>
              <a:gd name="adj" fmla="val 6666"/>
            </a:avLst>
          </a:prstGeom>
          <a:solidFill>
            <a:srgbClr val="444752"/>
          </a:solid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1800" b="0" i="0" u="none" strike="noStrike" kern="1200" cap="none" spc="0" baseline="0">
                <a:solidFill>
                  <a:srgbClr val="D6E5EF"/>
                </a:solidFill>
                <a:latin typeface="Lora" pitchFamily="34" charset="0"/>
                <a:ea typeface="Lora" pitchFamily="34" charset="0"/>
                <a:cs typeface="Lora" pitchFamily="34" charset="0"/>
              </a:rPr>
              <a:t> 4</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170" name="Rounded rectangle"/>
          <p:cNvSpPr>
            <a:spLocks/>
          </p:cNvSpPr>
          <p:nvPr/>
        </p:nvSpPr>
        <p:spPr>
          <a:xfrm flipH="1" rot="0">
            <a:off x="5507538" y="1457226"/>
            <a:ext cx="45719" cy="4718222"/>
          </a:xfrm>
          <a:prstGeom prst="roundRect">
            <a:avLst>
              <a:gd name="adj" fmla="val 115245"/>
            </a:avLst>
          </a:prstGeom>
          <a:solidFill>
            <a:srgbClr val="5D606B"/>
          </a:solidFill>
          <a:ln w="12700" cmpd="sng" cap="flat">
            <a:noFill/>
            <a:prstDash val="solid"/>
            <a:miter/>
          </a:ln>
        </p:spPr>
      </p:sp>
      <p:sp>
        <p:nvSpPr>
          <p:cNvPr id="171" name="Rounded rectangle"/>
          <p:cNvSpPr>
            <a:spLocks/>
          </p:cNvSpPr>
          <p:nvPr/>
        </p:nvSpPr>
        <p:spPr>
          <a:xfrm rot="0">
            <a:off x="5351042" y="1285071"/>
            <a:ext cx="526851" cy="526852"/>
          </a:xfrm>
          <a:prstGeom prst="roundRect">
            <a:avLst>
              <a:gd name="adj" fmla="val 6666"/>
            </a:avLst>
          </a:prstGeom>
          <a:solidFill>
            <a:srgbClr val="444752"/>
          </a:solidFill>
          <a:ln w="12700" cmpd="sng" cap="flat">
            <a:noFill/>
            <a:prstDash val="solid"/>
            <a:miter/>
          </a:ln>
        </p:spPr>
        <p:txBody>
          <a:bodyPr vert="horz" wrap="square" lIns="91440" tIns="45720" rIns="91440" bIns="45720" anchor="t" anchorCtr="0">
            <a:prstTxWarp prst="textNoShape"/>
          </a:bodyPr>
          <a:lstStyle/>
          <a:p>
            <a:pPr marL="0" indent="0" algn="l">
              <a:lnSpc>
                <a:spcPct val="100000"/>
              </a:lnSpc>
              <a:spcBef>
                <a:spcPts val="0"/>
              </a:spcBef>
              <a:spcAft>
                <a:spcPts val="0"/>
              </a:spcAft>
              <a:buNone/>
            </a:pPr>
            <a:r>
              <a:rPr lang="en-US" altLang="zh-CN" sz="1800" b="0" i="0" u="none" strike="noStrike" kern="1200" cap="none" spc="0" baseline="0">
                <a:solidFill>
                  <a:srgbClr val="D6E5EF"/>
                </a:solidFill>
                <a:latin typeface="Lora" pitchFamily="34" charset="0"/>
                <a:ea typeface="Lora" pitchFamily="34" charset="0"/>
                <a:cs typeface="Lora" pitchFamily="34" charset="0"/>
              </a:rPr>
              <a:t>1 </a:t>
            </a:r>
            <a:endParaRPr lang="zh-CN" altLang="en-US" sz="1800" b="0" i="0" u="none" strike="noStrike" kern="1200" cap="none" spc="0" baseline="0">
              <a:solidFill>
                <a:schemeClr val="tx1"/>
              </a:solidFill>
              <a:latin typeface="Aptos" pitchFamily="0" charset="0"/>
              <a:ea typeface="等线" pitchFamily="0" charset="0"/>
              <a:cs typeface="Aptos" pitchFamily="0" charset="0"/>
            </a:endParaRPr>
          </a:p>
        </p:txBody>
      </p:sp>
      <p:sp>
        <p:nvSpPr>
          <p:cNvPr id="172" name="Rectangles"/>
          <p:cNvSpPr>
            <a:spLocks/>
          </p:cNvSpPr>
          <p:nvPr/>
        </p:nvSpPr>
        <p:spPr>
          <a:xfrm rot="0">
            <a:off x="1060834" y="1164547"/>
            <a:ext cx="3789954" cy="4343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r">
              <a:lnSpc>
                <a:spcPts val="2700"/>
              </a:lnSpc>
              <a:spcBef>
                <a:spcPts val="0"/>
              </a:spcBef>
              <a:spcAft>
                <a:spcPts val="0"/>
              </a:spcAft>
              <a:buNone/>
            </a:pPr>
            <a:r>
              <a:rPr lang="en-US" altLang="zh-CN" sz="1800" b="1" i="0" u="none" strike="noStrike" kern="1200" cap="none" spc="0" baseline="0">
                <a:solidFill>
                  <a:srgbClr val="D6E5EF"/>
                </a:solidFill>
                <a:latin typeface="Lora" pitchFamily="34" charset="0"/>
                <a:ea typeface="Lora" pitchFamily="34" charset="0"/>
                <a:cs typeface="Lora" pitchFamily="34" charset="0"/>
              </a:rPr>
              <a:t>Phase 1: Design &amp; Planning</a:t>
            </a:r>
            <a:endParaRPr lang="zh-CN" altLang="en-US" sz="1800" b="1" i="0" u="none" strike="noStrike" kern="1200" cap="none" spc="0" baseline="0">
              <a:solidFill>
                <a:schemeClr val="tx1"/>
              </a:solidFill>
              <a:latin typeface="Aptos" pitchFamily="0" charset="0"/>
              <a:ea typeface="等线" pitchFamily="0" charset="0"/>
              <a:cs typeface="Aptos" pitchFamily="0" charset="0"/>
            </a:endParaRPr>
          </a:p>
        </p:txBody>
      </p:sp>
      <p:sp>
        <p:nvSpPr>
          <p:cNvPr id="173" name="Rectangles"/>
          <p:cNvSpPr>
            <a:spLocks/>
          </p:cNvSpPr>
          <p:nvPr/>
        </p:nvSpPr>
        <p:spPr>
          <a:xfrm rot="0">
            <a:off x="6893590" y="2375976"/>
            <a:ext cx="3155931" cy="43433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ts val="2700"/>
              </a:lnSpc>
              <a:spcBef>
                <a:spcPts val="0"/>
              </a:spcBef>
              <a:spcAft>
                <a:spcPts val="0"/>
              </a:spcAft>
              <a:buNone/>
            </a:pPr>
            <a:r>
              <a:rPr lang="en-US" altLang="zh-CN" sz="1800" b="1" i="0" u="none" strike="noStrike" kern="1200" cap="none" spc="0" baseline="0">
                <a:solidFill>
                  <a:srgbClr val="D6E5EF"/>
                </a:solidFill>
                <a:latin typeface="Lora" pitchFamily="34" charset="0"/>
                <a:ea typeface="Lora" pitchFamily="34" charset="0"/>
                <a:cs typeface="Lora" pitchFamily="34" charset="0"/>
              </a:rPr>
              <a:t>Phase 2: Build &amp; Deploy</a:t>
            </a:r>
            <a:endParaRPr lang="zh-CN" altLang="en-US" sz="1800" b="1" i="0" u="none" strike="noStrike" kern="1200" cap="none" spc="0" baseline="0">
              <a:solidFill>
                <a:schemeClr val="tx1"/>
              </a:solidFill>
              <a:latin typeface="Aptos" pitchFamily="0" charset="0"/>
              <a:ea typeface="等线" pitchFamily="0" charset="0"/>
              <a:cs typeface="Aptos" pitchFamily="0" charset="0"/>
            </a:endParaRPr>
          </a:p>
        </p:txBody>
      </p:sp>
      <p:sp>
        <p:nvSpPr>
          <p:cNvPr id="174" name="Rectangles"/>
          <p:cNvSpPr>
            <a:spLocks/>
          </p:cNvSpPr>
          <p:nvPr/>
        </p:nvSpPr>
        <p:spPr>
          <a:xfrm rot="0">
            <a:off x="1115663" y="3070200"/>
            <a:ext cx="2998537" cy="43433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r">
              <a:lnSpc>
                <a:spcPts val="2700"/>
              </a:lnSpc>
              <a:spcBef>
                <a:spcPts val="0"/>
              </a:spcBef>
              <a:spcAft>
                <a:spcPts val="0"/>
              </a:spcAft>
              <a:buNone/>
            </a:pPr>
            <a:r>
              <a:rPr lang="en-US" altLang="zh-CN" sz="1800" b="1" i="0" u="none" strike="noStrike" kern="1200" cap="none" spc="0" baseline="0">
                <a:solidFill>
                  <a:srgbClr val="D6E5EF"/>
                </a:solidFill>
                <a:latin typeface="Lora" pitchFamily="34" charset="0"/>
                <a:ea typeface="Lora" pitchFamily="34" charset="0"/>
                <a:cs typeface="Lora" pitchFamily="34" charset="0"/>
              </a:rPr>
              <a:t>Phase 3: Train &amp; Optimize</a:t>
            </a:r>
            <a:endParaRPr lang="zh-CN" altLang="en-US" sz="1800" b="1" i="0" u="none" strike="noStrike" kern="1200" cap="none" spc="0" baseline="0">
              <a:solidFill>
                <a:schemeClr val="tx1"/>
              </a:solidFill>
              <a:latin typeface="Aptos" pitchFamily="0" charset="0"/>
              <a:ea typeface="等线" pitchFamily="0" charset="0"/>
              <a:cs typeface="Aptos" pitchFamily="0" charset="0"/>
            </a:endParaRPr>
          </a:p>
        </p:txBody>
      </p:sp>
      <p:sp>
        <p:nvSpPr>
          <p:cNvPr id="175" name="Rectangles"/>
          <p:cNvSpPr>
            <a:spLocks/>
          </p:cNvSpPr>
          <p:nvPr/>
        </p:nvSpPr>
        <p:spPr>
          <a:xfrm rot="0">
            <a:off x="6737947" y="4051724"/>
            <a:ext cx="3217119" cy="43434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ts val="2700"/>
              </a:lnSpc>
              <a:spcBef>
                <a:spcPts val="0"/>
              </a:spcBef>
              <a:spcAft>
                <a:spcPts val="0"/>
              </a:spcAft>
              <a:buNone/>
            </a:pPr>
            <a:r>
              <a:rPr lang="en-US" altLang="zh-CN" sz="1800" b="1" i="0" u="none" strike="noStrike" kern="1200" cap="none" spc="0" baseline="0">
                <a:solidFill>
                  <a:srgbClr val="D6E5EF"/>
                </a:solidFill>
                <a:latin typeface="Lora" pitchFamily="34" charset="0"/>
                <a:ea typeface="Lora" pitchFamily="34" charset="0"/>
                <a:cs typeface="Lora" pitchFamily="34" charset="0"/>
              </a:rPr>
              <a:t>Phase 4: Grow &amp; Evolve</a:t>
            </a:r>
            <a:endParaRPr lang="zh-CN" altLang="en-US" sz="1800" b="1" i="0" u="none" strike="noStrike" kern="1200" cap="none" spc="0" baseline="0">
              <a:solidFill>
                <a:schemeClr val="tx1"/>
              </a:solidFill>
              <a:latin typeface="Aptos" pitchFamily="0" charset="0"/>
              <a:ea typeface="等线" pitchFamily="0" charset="0"/>
              <a:cs typeface="Aptos" pitchFamily="0" charset="0"/>
            </a:endParaRPr>
          </a:p>
        </p:txBody>
      </p:sp>
      <p:sp>
        <p:nvSpPr>
          <p:cNvPr id="176" name="Rectangles"/>
          <p:cNvSpPr>
            <a:spLocks/>
          </p:cNvSpPr>
          <p:nvPr/>
        </p:nvSpPr>
        <p:spPr>
          <a:xfrm rot="0">
            <a:off x="1139902" y="1621561"/>
            <a:ext cx="4211138" cy="121539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ts val="2950"/>
              </a:lnSpc>
              <a:spcBef>
                <a:spcPts val="0"/>
              </a:spcBef>
              <a:spcAft>
                <a:spcPts val="0"/>
              </a:spcAft>
              <a:buNone/>
            </a:pPr>
            <a:r>
              <a:rPr lang="en-US" altLang="zh-CN" sz="1600" b="0" i="0" u="none" strike="noStrike" kern="1200" cap="none" spc="0" baseline="0">
                <a:solidFill>
                  <a:srgbClr val="D6E5EF"/>
                </a:solidFill>
                <a:latin typeface="Source Sans 3" pitchFamily="34" charset="0"/>
                <a:ea typeface="Source Sans 3" pitchFamily="34" charset="0"/>
                <a:cs typeface="Source Sans 3" pitchFamily="34" charset="0"/>
              </a:rPr>
              <a:t>We assess your needs and design a website tailored to Nastro Bliss operations.</a:t>
            </a:r>
            <a:endParaRPr lang="zh-CN" altLang="en-US" sz="1600" b="0" i="0" u="none" strike="noStrike" kern="1200" cap="none" spc="0" baseline="0">
              <a:solidFill>
                <a:schemeClr val="tx1"/>
              </a:solidFill>
              <a:latin typeface="Aptos" pitchFamily="0" charset="0"/>
              <a:ea typeface="等线" pitchFamily="0" charset="0"/>
              <a:cs typeface="Aptos" pitchFamily="0" charset="0"/>
            </a:endParaRPr>
          </a:p>
        </p:txBody>
      </p:sp>
      <p:sp>
        <p:nvSpPr>
          <p:cNvPr id="177" name="Rectangles"/>
          <p:cNvSpPr>
            <a:spLocks/>
          </p:cNvSpPr>
          <p:nvPr/>
        </p:nvSpPr>
        <p:spPr>
          <a:xfrm rot="0">
            <a:off x="6893590" y="2652716"/>
            <a:ext cx="4162542" cy="121538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ts val="2950"/>
              </a:lnSpc>
              <a:spcBef>
                <a:spcPts val="0"/>
              </a:spcBef>
              <a:spcAft>
                <a:spcPts val="0"/>
              </a:spcAft>
              <a:buNone/>
            </a:pPr>
            <a:r>
              <a:rPr lang="en-US" altLang="zh-CN" sz="1600" b="0" i="0" u="none" strike="noStrike" kern="1200" cap="none" spc="0" baseline="0">
                <a:solidFill>
                  <a:srgbClr val="D6E5EF"/>
                </a:solidFill>
                <a:latin typeface="Source Sans 3" pitchFamily="34" charset="0"/>
                <a:ea typeface="Source Sans 3" pitchFamily="34" charset="0"/>
                <a:cs typeface="Source Sans 3" pitchFamily="34" charset="0"/>
              </a:rPr>
              <a:t>Website launches on AWS with booking and ordering capabilities fully operational.</a:t>
            </a:r>
            <a:endParaRPr lang="zh-CN" altLang="en-US" sz="1600" b="0" i="0" u="none" strike="noStrike" kern="1200" cap="none" spc="0" baseline="0">
              <a:solidFill>
                <a:schemeClr val="tx1"/>
              </a:solidFill>
              <a:latin typeface="Aptos" pitchFamily="0" charset="0"/>
              <a:ea typeface="等线" pitchFamily="0" charset="0"/>
              <a:cs typeface="Aptos" pitchFamily="0" charset="0"/>
            </a:endParaRPr>
          </a:p>
        </p:txBody>
      </p:sp>
      <p:sp>
        <p:nvSpPr>
          <p:cNvPr id="178" name="Rectangles"/>
          <p:cNvSpPr>
            <a:spLocks/>
          </p:cNvSpPr>
          <p:nvPr/>
        </p:nvSpPr>
        <p:spPr>
          <a:xfrm rot="0">
            <a:off x="176202" y="3489743"/>
            <a:ext cx="5302769" cy="840739"/>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ctr">
              <a:lnSpc>
                <a:spcPts val="2950"/>
              </a:lnSpc>
              <a:spcBef>
                <a:spcPts val="0"/>
              </a:spcBef>
              <a:spcAft>
                <a:spcPts val="0"/>
              </a:spcAft>
              <a:buNone/>
            </a:pPr>
            <a:r>
              <a:rPr lang="en-US" altLang="zh-CN" sz="1600" b="0" i="0" u="none" strike="noStrike" kern="1200" cap="none" spc="0" baseline="0">
                <a:solidFill>
                  <a:srgbClr val="D6E5EF"/>
                </a:solidFill>
                <a:latin typeface="Source Sans 3" pitchFamily="34" charset="0"/>
                <a:ea typeface="Source Sans 3" pitchFamily="34" charset="0"/>
                <a:cs typeface="Source Sans 3" pitchFamily="34" charset="0"/>
              </a:rPr>
              <a:t>Your team learns to manage the system. We monitor and optimize for peak performance.</a:t>
            </a:r>
            <a:endParaRPr lang="zh-CN" altLang="en-US" sz="1600" b="0" i="0" u="none" strike="noStrike" kern="1200" cap="none" spc="0" baseline="0">
              <a:solidFill>
                <a:schemeClr val="tx1"/>
              </a:solidFill>
              <a:latin typeface="Aptos" pitchFamily="0" charset="0"/>
              <a:ea typeface="等线" pitchFamily="0" charset="0"/>
              <a:cs typeface="Aptos" pitchFamily="0" charset="0"/>
            </a:endParaRPr>
          </a:p>
        </p:txBody>
      </p:sp>
      <p:sp>
        <p:nvSpPr>
          <p:cNvPr id="179" name="Rectangles"/>
          <p:cNvSpPr>
            <a:spLocks/>
          </p:cNvSpPr>
          <p:nvPr/>
        </p:nvSpPr>
        <p:spPr>
          <a:xfrm rot="0">
            <a:off x="6177889" y="4497451"/>
            <a:ext cx="5191120" cy="1215390"/>
          </a:xfrm>
          <a:prstGeom prst="rect"/>
          <a:noFill/>
          <a:ln w="12700" cmpd="sng" cap="flat">
            <a:noFill/>
            <a:prstDash val="solid"/>
            <a:miter/>
          </a:ln>
        </p:spPr>
        <p:txBody>
          <a:bodyPr vert="horz" wrap="square" lIns="91440" tIns="45720" rIns="91440" bIns="45720" anchor="t" anchorCtr="0">
            <a:prstTxWarp prst="textNoShape"/>
            <a:spAutoFit/>
          </a:bodyPr>
          <a:lstStyle/>
          <a:p>
            <a:pPr marL="0" indent="0" algn="l">
              <a:lnSpc>
                <a:spcPts val="2950"/>
              </a:lnSpc>
              <a:spcBef>
                <a:spcPts val="0"/>
              </a:spcBef>
              <a:spcAft>
                <a:spcPts val="0"/>
              </a:spcAft>
              <a:buNone/>
            </a:pPr>
            <a:r>
              <a:rPr lang="en-US" altLang="zh-CN" sz="1600" b="0" i="0" u="none" strike="noStrike" kern="1200" cap="none" spc="0" baseline="0">
                <a:solidFill>
                  <a:srgbClr val="D6E5EF"/>
                </a:solidFill>
                <a:latin typeface="Source Sans 3" pitchFamily="34" charset="0"/>
                <a:ea typeface="Source Sans 3" pitchFamily="34" charset="0"/>
                <a:cs typeface="Source Sans 3" pitchFamily="34" charset="0"/>
              </a:rPr>
              <a:t>As business grows, add features like online payments, loyalty programs, and mobile app integration.</a:t>
            </a:r>
            <a:endParaRPr lang="zh-CN" altLang="en-US" sz="1600" b="0" i="0" u="none" strike="noStrike" kern="1200" cap="none" spc="0" baseline="0">
              <a:solidFill>
                <a:schemeClr val="tx1"/>
              </a:solidFill>
              <a:latin typeface="Aptos" pitchFamily="0" charset="0"/>
              <a:ea typeface="等线" pitchFamily="0" charset="0"/>
              <a:cs typeface="Aptos" pitchFamily="0" charset="0"/>
            </a:endParaRPr>
          </a:p>
        </p:txBody>
      </p:sp>
    </p:spTree>
    <p:extLst>
      <p:ext uri="{BB962C8B-B14F-4D97-AF65-F5344CB8AC3E}">
        <p14:creationId xmlns:p14="http://schemas.microsoft.com/office/powerpoint/2010/main" val="137669698"/>
      </p:ext>
    </p:extLst>
  </p:cSld>
  <p:clrMapOvr>
    <a:masterClrMapping/>
  </p:clrMapOvr>
  <p:transition spd="slow"/>
</p:sld>
</file>

<file path=ppt/slides/slide12.xml><?xml version="1.0" encoding="utf-8"?>
<p:sld xmlns:p="http://schemas.openxmlformats.org/presentationml/2006/main" xmlns:r="http://schemas.openxmlformats.org/officeDocument/2006/relationships" xmlns:a="http://schemas.openxmlformats.org/drawingml/2006/main">
  <p:cSld>
    <p:bg>
      <p:bgPr>
        <a:gradFill>
          <a:gsLst>
            <a:gs pos="0">
              <a:srgbClr val="4E4E4E"/>
            </a:gs>
            <a:gs pos="50000">
              <a:srgbClr val="2B2B2B"/>
            </a:gs>
            <a:gs pos="100000">
              <a:srgbClr val="000000"/>
            </a:gs>
          </a:gsLst>
          <a:lin ang="5400000" scaled="1"/>
        </a:gradFill>
      </p:bgPr>
    </p:bg>
    <p:spTree>
      <p:nvGrpSpPr>
        <p:cNvPr id="1" name=""/>
        <p:cNvGrpSpPr/>
        <p:nvPr/>
      </p:nvGrpSpPr>
      <p:grpSpPr>
        <a:xfrm>
          <a:off x="0" y="0"/>
          <a:ext cx="0" cy="0"/>
          <a:chOff x="0" y="0"/>
          <a:chExt cx="0" cy="0"/>
        </a:xfrm>
      </p:grpSpPr>
      <p:pic>
        <p:nvPicPr>
          <p:cNvPr id="186" name="Images" descr="A person pointing at a rainbow&#10;&#10;AI-generated content may be incorrect."/>
          <p:cNvPicPr>
            <a:picLocks noChangeAspect="1"/>
          </p:cNvPicPr>
          <p:nvPr/>
        </p:nvPicPr>
        <p:blipFill>
          <a:blip r:embed="rId1" cstate="print"/>
          <a:stretch>
            <a:fillRect/>
          </a:stretch>
        </p:blipFill>
        <p:spPr>
          <a:xfrm rot="0">
            <a:off x="0" y="0"/>
            <a:ext cx="12192000" cy="2492375"/>
          </a:xfrm>
          <a:prstGeom prst="rect"/>
          <a:noFill/>
          <a:ln w="12700" cmpd="sng" cap="flat">
            <a:noFill/>
            <a:prstDash val="solid"/>
            <a:miter/>
          </a:ln>
        </p:spPr>
      </p:pic>
      <p:sp>
        <p:nvSpPr>
          <p:cNvPr id="187" name="Rectangles"/>
          <p:cNvSpPr>
            <a:spLocks/>
          </p:cNvSpPr>
          <p:nvPr/>
        </p:nvSpPr>
        <p:spPr>
          <a:xfrm rot="0">
            <a:off x="463510" y="2365219"/>
            <a:ext cx="11264979" cy="1408032"/>
          </a:xfrm>
          <a:prstGeom prst="rect"/>
          <a:noFill/>
          <a:ln w="12700" cmpd="sng" cap="flat">
            <a:noFill/>
            <a:prstDash val="solid"/>
            <a:miter/>
          </a:ln>
        </p:spPr>
        <p:txBody>
          <a:bodyPr vert="horz" wrap="none" lIns="0" tIns="0" rIns="0" bIns="0" anchor="t" anchorCtr="0">
            <a:prstTxWarp prst="textNoShape"/>
          </a:bodyPr>
          <a:lstStyle/>
          <a:p>
            <a:pPr marL="0" indent="0" algn="l">
              <a:lnSpc>
                <a:spcPts val="11050"/>
              </a:lnSpc>
              <a:spcBef>
                <a:spcPts val="0"/>
              </a:spcBef>
              <a:spcAft>
                <a:spcPts val="0"/>
              </a:spcAft>
              <a:buNone/>
            </a:pPr>
            <a:r>
              <a:rPr lang="en-US" altLang="zh-CN" sz="4400" b="0" i="0" u="none" strike="noStrike" kern="1200" cap="none" spc="0" baseline="0">
                <a:solidFill>
                  <a:srgbClr val="F98AC7"/>
                </a:solidFill>
                <a:latin typeface="Lora" pitchFamily="34" charset="0"/>
                <a:ea typeface="Lora" pitchFamily="34" charset="0"/>
                <a:cs typeface="Lora" pitchFamily="34" charset="0"/>
              </a:rPr>
              <a:t>Transform Today</a:t>
            </a:r>
            <a:endParaRPr lang="zh-CN" altLang="en-US" sz="4400" b="0" i="0" u="none" strike="noStrike" kern="1200" cap="none" spc="0" baseline="0">
              <a:solidFill>
                <a:schemeClr val="tx1"/>
              </a:solidFill>
              <a:latin typeface="Aptos" pitchFamily="0" charset="0"/>
              <a:ea typeface="等线" pitchFamily="0" charset="0"/>
              <a:cs typeface="Aptos" pitchFamily="0" charset="0"/>
            </a:endParaRPr>
          </a:p>
        </p:txBody>
      </p:sp>
      <p:sp>
        <p:nvSpPr>
          <p:cNvPr id="188" name="Rectangles"/>
          <p:cNvSpPr>
            <a:spLocks/>
          </p:cNvSpPr>
          <p:nvPr/>
        </p:nvSpPr>
        <p:spPr>
          <a:xfrm rot="0">
            <a:off x="463510" y="3773252"/>
            <a:ext cx="11111469" cy="766048"/>
          </a:xfrm>
          <a:prstGeom prst="rect"/>
          <a:noFill/>
          <a:ln w="12700" cmpd="sng" cap="flat">
            <a:noFill/>
            <a:prstDash val="solid"/>
            <a:miter/>
          </a:ln>
        </p:spPr>
        <p:txBody>
          <a:bodyPr vert="horz" wrap="square" lIns="0" tIns="0" rIns="0" bIns="0" anchor="t" anchorCtr="0">
            <a:prstTxWarp prst="textNoShape"/>
          </a:bodyPr>
          <a:lstStyle/>
          <a:p>
            <a:pPr marL="0" indent="0" algn="l">
              <a:lnSpc>
                <a:spcPts val="3000"/>
              </a:lnSpc>
              <a:spcBef>
                <a:spcPts val="0"/>
              </a:spcBef>
              <a:spcAft>
                <a:spcPts val="0"/>
              </a:spcAft>
              <a:buNone/>
            </a:pPr>
            <a:r>
              <a:rPr lang="en-US" altLang="zh-CN" sz="1600" b="0" i="0" u="none" strike="noStrike" kern="1200" cap="none" spc="0" baseline="0">
                <a:solidFill>
                  <a:srgbClr val="D6E5EF"/>
                </a:solidFill>
                <a:latin typeface="Source Sans 3" pitchFamily="34" charset="0"/>
                <a:ea typeface="Source Sans 3" pitchFamily="34" charset="0"/>
                <a:cs typeface="Source Sans 3" pitchFamily="34" charset="0"/>
              </a:rPr>
              <a:t>Nastro Bliss is ready to streamline operations, delight customers, and unlock new revenue. AWS provides the reliable, affordable foundation to make it happen.</a:t>
            </a:r>
            <a:endParaRPr lang="zh-CN" altLang="en-US" sz="1600" b="0" i="0" u="none" strike="noStrike" kern="1200" cap="none" spc="0" baseline="0">
              <a:solidFill>
                <a:schemeClr val="tx1"/>
              </a:solidFill>
              <a:latin typeface="Aptos" pitchFamily="0" charset="0"/>
              <a:ea typeface="等线" pitchFamily="0" charset="0"/>
              <a:cs typeface="Aptos" pitchFamily="0" charset="0"/>
            </a:endParaRPr>
          </a:p>
        </p:txBody>
      </p:sp>
      <p:sp>
        <p:nvSpPr>
          <p:cNvPr id="189" name="Rounded rectangle"/>
          <p:cNvSpPr>
            <a:spLocks/>
          </p:cNvSpPr>
          <p:nvPr/>
        </p:nvSpPr>
        <p:spPr>
          <a:xfrm rot="0">
            <a:off x="463510" y="5531371"/>
            <a:ext cx="11264979" cy="816928"/>
          </a:xfrm>
          <a:prstGeom prst="roundRect">
            <a:avLst>
              <a:gd name="adj" fmla="val 3527"/>
            </a:avLst>
          </a:prstGeom>
          <a:solidFill>
            <a:srgbClr val="49042A"/>
          </a:solidFill>
          <a:ln w="12700" cmpd="sng" cap="flat">
            <a:noFill/>
            <a:prstDash val="solid"/>
            <a:miter/>
          </a:ln>
        </p:spPr>
        <p:txBody>
          <a:bodyPr vert="horz" wrap="square" lIns="91440" tIns="45720" rIns="91440" bIns="45720" anchor="t" anchorCtr="0">
            <a:prstTxWarp prst="textNoShape"/>
          </a:bodyPr>
          <a:lstStyle/>
          <a:p>
            <a:pPr marL="0" indent="0" algn="l">
              <a:lnSpc>
                <a:spcPts val="3000"/>
              </a:lnSpc>
              <a:spcBef>
                <a:spcPts val="0"/>
              </a:spcBef>
              <a:spcAft>
                <a:spcPts val="0"/>
              </a:spcAft>
              <a:buNone/>
            </a:pPr>
            <a:r>
              <a:rPr lang="en-US" altLang="zh-CN" sz="1400" b="1" i="0" u="none" strike="noStrike" kern="1200" cap="none" spc="0" baseline="0">
                <a:solidFill>
                  <a:srgbClr val="FFFFFF"/>
                </a:solidFill>
                <a:latin typeface="Source Sans 3" pitchFamily="34" charset="0"/>
                <a:ea typeface="Source Sans 3" pitchFamily="34" charset="0"/>
                <a:cs typeface="Source Sans 3" pitchFamily="34" charset="0"/>
              </a:rPr>
              <a:t>            </a:t>
            </a:r>
            <a:r>
              <a:rPr lang="en-US" altLang="zh-CN" sz="1400" b="1" i="1" u="none" strike="noStrike" kern="1200" cap="none" spc="0" baseline="0">
                <a:solidFill>
                  <a:srgbClr val="FFFFFF"/>
                </a:solidFill>
                <a:latin typeface="Source Sans 3" pitchFamily="34" charset="0"/>
                <a:ea typeface="Source Sans 3" pitchFamily="34" charset="0"/>
                <a:cs typeface="Source Sans 3" pitchFamily="34" charset="0"/>
              </a:rPr>
              <a:t>Next Step</a:t>
            </a:r>
            <a:r>
              <a:rPr lang="en-US" altLang="zh-CN" sz="1400" b="1" i="0" u="none" strike="noStrike" kern="1200" cap="none" spc="0" baseline="0">
                <a:solidFill>
                  <a:srgbClr val="FFFFFF"/>
                </a:solidFill>
                <a:latin typeface="Source Sans 3" pitchFamily="34" charset="0"/>
                <a:ea typeface="Source Sans 3" pitchFamily="34" charset="0"/>
                <a:cs typeface="Source Sans 3" pitchFamily="34" charset="0"/>
              </a:rPr>
              <a:t>:</a:t>
            </a:r>
            <a:r>
              <a:rPr lang="en-US" altLang="zh-CN" sz="1400" b="0" i="0" u="none" strike="noStrike" kern="1200" cap="none" spc="0" baseline="0">
                <a:solidFill>
                  <a:srgbClr val="FFFFFF"/>
                </a:solidFill>
                <a:latin typeface="Source Sans 3" pitchFamily="34" charset="0"/>
                <a:ea typeface="Source Sans 3" pitchFamily="34" charset="0"/>
                <a:cs typeface="Source Sans 3" pitchFamily="34" charset="0"/>
              </a:rPr>
              <a:t> Schedule a consultation to discuss your specific needs and get a custom implementation timeline and </a:t>
            </a:r>
            <a:r>
              <a:rPr lang="en-US" altLang="zh-CN" sz="1400" b="0" i="0" u="none" strike="noStrike" kern="1200" cap="none" spc="0" baseline="0">
                <a:solidFill>
                  <a:srgbClr val="FFFFFF"/>
                </a:solidFill>
                <a:latin typeface="Source Sans 3" pitchFamily="34" charset="0"/>
                <a:ea typeface="Source Sans 3" pitchFamily="34" charset="0"/>
                <a:cs typeface="Source Sans 3" pitchFamily="34" charset="0"/>
              </a:rPr>
              <a:t>quote </a:t>
            </a:r>
            <a:endParaRPr lang="zh-CN" altLang="en-US" sz="1400" b="0" i="0" u="none" strike="noStrike" kern="1200" cap="none" spc="0" baseline="0">
              <a:solidFill>
                <a:schemeClr val="tx1"/>
              </a:solidFill>
              <a:latin typeface="Aptos" pitchFamily="0" charset="0"/>
              <a:ea typeface="等线" pitchFamily="0" charset="0"/>
              <a:cs typeface="Aptos" pitchFamily="0" charset="0"/>
            </a:endParaRPr>
          </a:p>
        </p:txBody>
      </p:sp>
      <p:pic>
        <p:nvPicPr>
          <p:cNvPr id="190" name="Images" descr="preencoded.png"/>
          <p:cNvPicPr>
            <a:picLocks noChangeAspect="1"/>
          </p:cNvPicPr>
          <p:nvPr/>
        </p:nvPicPr>
        <p:blipFill>
          <a:blip r:embed="rId2" cstate="print"/>
          <a:stretch>
            <a:fillRect/>
          </a:stretch>
        </p:blipFill>
        <p:spPr>
          <a:xfrm rot="0">
            <a:off x="642322" y="5700519"/>
            <a:ext cx="299204" cy="239316"/>
          </a:xfrm>
          <a:prstGeom prst="rect"/>
          <a:noFill/>
          <a:ln w="12700" cmpd="sng" cap="flat">
            <a:noFill/>
            <a:prstDash val="solid"/>
            <a:miter/>
          </a:ln>
        </p:spPr>
      </p:pic>
    </p:spTree>
    <p:extLst>
      <p:ext uri="{BB962C8B-B14F-4D97-AF65-F5344CB8AC3E}">
        <p14:creationId xmlns:p14="http://schemas.microsoft.com/office/powerpoint/2010/main" val="382924558"/>
      </p:ext>
    </p:extLst>
  </p:cSld>
  <p:clrMapOvr>
    <a:masterClrMapping/>
  </p:clrMapOvr>
  <p:transition spd="slow"/>
</p:sld>
</file>

<file path=ppt/theme/theme1.xml><?xml version="1.0" encoding="utf-8"?>
<a:theme xmlns:a="http://schemas.openxmlformats.org/drawingml/2006/main" name="Office Theme">
  <a:themeElements>
    <a:clrScheme name="Office Theme">
      <a:dk1>
        <a:srgbClr val="FFFFFF"/>
      </a:dk1>
      <a:lt1>
        <a:srgbClr val="000000"/>
      </a:lt1>
      <a:dk2>
        <a:srgbClr val="E7E6E6"/>
      </a:dk2>
      <a:lt2>
        <a:srgbClr val="44546A"/>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301</TotalTime>
  <Application>Honor_Office</Application>
</Properties>
</file>

<file path=docProps/core.xml><?xml version="1.0" encoding="utf-8"?>
<cp:coreProperties xmlns:cp="http://schemas.openxmlformats.org/package/2006/metadata/core-properties" xmlns:dc="http://purl.org/dc/elements/1.1/" xmlns:dcterms="http://purl.org/dc/terms/" xmlns:xsi="http://www.w3.org/2001/XMLSchema-instance">
  <dc:title>Nastro Bliss: Transforming Your Restaurant with AWS</dc:title>
  <dc:creator>Gift Dhlamini</dc:creator>
  <cp:lastModifiedBy>HONOR Docs</cp:lastModifiedBy>
  <cp:revision>7</cp:revision>
  <dcterms:created xsi:type="dcterms:W3CDTF">2025-11-10T19:00:31Z</dcterms:created>
  <dcterms:modified xsi:type="dcterms:W3CDTF">2025-11-15T13:33:20Z</dcterms:modified>
</cp:coreProperties>
</file>