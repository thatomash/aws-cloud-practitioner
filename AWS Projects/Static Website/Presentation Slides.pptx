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9" r:id="rId1"/>
  </p:sldMasterIdLst>
  <p:notesMasterIdLst>
    <p:notesMasterId r:id="rId14"/>
  </p:notesMasterIdLst>
  <p:sldIdLst>
    <p:sldId id="256" r:id="rId2"/>
    <p:sldId id="257" r:id="rId3"/>
    <p:sldId id="258" r:id="rId4"/>
    <p:sldId id="259" r:id="rId5"/>
    <p:sldId id="260" r:id="rId6"/>
    <p:sldId id="261" r:id="rId7"/>
    <p:sldId id="262" r:id="rId8"/>
    <p:sldId id="268" r:id="rId9"/>
    <p:sldId id="266" r:id="rId10"/>
    <p:sldId id="263" r:id="rId11"/>
    <p:sldId id="264"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CBED"/>
    <a:srgbClr val="FEC8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D36240-920E-489A-94E8-1BA6DBFB2BBE}" v="15" dt="2025-11-10T22:49:47.3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9" d="100"/>
          <a:sy n="69" d="100"/>
        </p:scale>
        <p:origin x="78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ft Dhlamini" userId="7b9b086551e25c21" providerId="LiveId" clId="{9EAC72BB-9E76-4820-8599-F8E0A2F48A5F}"/>
    <pc:docChg chg="undo redo custSel modSld modMainMaster">
      <pc:chgData name="Gift Dhlamini" userId="7b9b086551e25c21" providerId="LiveId" clId="{9EAC72BB-9E76-4820-8599-F8E0A2F48A5F}" dt="2025-11-10T22:54:15.742" v="291" actId="1076"/>
      <pc:docMkLst>
        <pc:docMk/>
      </pc:docMkLst>
      <pc:sldChg chg="addSp delSp modSp mod modTransition setBg addAnim delAnim modAnim">
        <pc:chgData name="Gift Dhlamini" userId="7b9b086551e25c21" providerId="LiveId" clId="{9EAC72BB-9E76-4820-8599-F8E0A2F48A5F}" dt="2025-11-10T22:51:04.141" v="289" actId="1076"/>
        <pc:sldMkLst>
          <pc:docMk/>
          <pc:sldMk cId="3533031742" sldId="256"/>
        </pc:sldMkLst>
        <pc:spChg chg="mod">
          <ac:chgData name="Gift Dhlamini" userId="7b9b086551e25c21" providerId="LiveId" clId="{9EAC72BB-9E76-4820-8599-F8E0A2F48A5F}" dt="2025-11-10T22:49:43.605" v="277" actId="26606"/>
          <ac:spMkLst>
            <pc:docMk/>
            <pc:sldMk cId="3533031742" sldId="256"/>
            <ac:spMk id="4" creationId="{7DA10AD5-F521-0C1B-69C0-746B269433FF}"/>
          </ac:spMkLst>
        </pc:spChg>
        <pc:spChg chg="mod">
          <ac:chgData name="Gift Dhlamini" userId="7b9b086551e25c21" providerId="LiveId" clId="{9EAC72BB-9E76-4820-8599-F8E0A2F48A5F}" dt="2025-11-10T22:49:43.605" v="277" actId="26606"/>
          <ac:spMkLst>
            <pc:docMk/>
            <pc:sldMk cId="3533031742" sldId="256"/>
            <ac:spMk id="5" creationId="{0B6A1B55-1192-887B-043D-EC007814AACC}"/>
          </ac:spMkLst>
        </pc:spChg>
        <pc:spChg chg="add del">
          <ac:chgData name="Gift Dhlamini" userId="7b9b086551e25c21" providerId="LiveId" clId="{9EAC72BB-9E76-4820-8599-F8E0A2F48A5F}" dt="2025-11-10T22:49:43.605" v="277" actId="26606"/>
          <ac:spMkLst>
            <pc:docMk/>
            <pc:sldMk cId="3533031742" sldId="256"/>
            <ac:spMk id="14" creationId="{FA69AAE0-49D5-4C8B-8BA2-55898C00E05E}"/>
          </ac:spMkLst>
        </pc:spChg>
        <pc:picChg chg="add mod">
          <ac:chgData name="Gift Dhlamini" userId="7b9b086551e25c21" providerId="LiveId" clId="{9EAC72BB-9E76-4820-8599-F8E0A2F48A5F}" dt="2025-11-10T22:51:04.141" v="289" actId="1076"/>
          <ac:picMkLst>
            <pc:docMk/>
            <pc:sldMk cId="3533031742" sldId="256"/>
            <ac:picMk id="3" creationId="{2CF133F8-F6C2-A3A6-235E-CB273B53F4DE}"/>
          </ac:picMkLst>
        </pc:picChg>
        <pc:picChg chg="add del mod ord">
          <ac:chgData name="Gift Dhlamini" userId="7b9b086551e25c21" providerId="LiveId" clId="{9EAC72BB-9E76-4820-8599-F8E0A2F48A5F}" dt="2025-11-10T22:50:59.715" v="288" actId="478"/>
          <ac:picMkLst>
            <pc:docMk/>
            <pc:sldMk cId="3533031742" sldId="256"/>
            <ac:picMk id="9" creationId="{FC642C89-4643-7F7F-988B-602A35EA4598}"/>
          </ac:picMkLst>
        </pc:picChg>
      </pc:sldChg>
      <pc:sldChg chg="modSp mod modTransition">
        <pc:chgData name="Gift Dhlamini" userId="7b9b086551e25c21" providerId="LiveId" clId="{9EAC72BB-9E76-4820-8599-F8E0A2F48A5F}" dt="2025-11-10T22:54:15.742" v="291" actId="1076"/>
        <pc:sldMkLst>
          <pc:docMk/>
          <pc:sldMk cId="2731215658" sldId="257"/>
        </pc:sldMkLst>
        <pc:spChg chg="mod">
          <ac:chgData name="Gift Dhlamini" userId="7b9b086551e25c21" providerId="LiveId" clId="{9EAC72BB-9E76-4820-8599-F8E0A2F48A5F}" dt="2025-11-10T22:54:15.742" v="291" actId="1076"/>
          <ac:spMkLst>
            <pc:docMk/>
            <pc:sldMk cId="2731215658" sldId="257"/>
            <ac:spMk id="5" creationId="{D643DCED-FDF9-2DDC-4E5E-72AEFAB46159}"/>
          </ac:spMkLst>
        </pc:spChg>
        <pc:spChg chg="mod">
          <ac:chgData name="Gift Dhlamini" userId="7b9b086551e25c21" providerId="LiveId" clId="{9EAC72BB-9E76-4820-8599-F8E0A2F48A5F}" dt="2025-11-10T22:54:09.902" v="290" actId="1076"/>
          <ac:spMkLst>
            <pc:docMk/>
            <pc:sldMk cId="2731215658" sldId="257"/>
            <ac:spMk id="6" creationId="{1E1630E4-9E0B-A188-9A89-5F5ABD577171}"/>
          </ac:spMkLst>
        </pc:spChg>
        <pc:spChg chg="mod">
          <ac:chgData name="Gift Dhlamini" userId="7b9b086551e25c21" providerId="LiveId" clId="{9EAC72BB-9E76-4820-8599-F8E0A2F48A5F}" dt="2025-11-10T22:49:46.307" v="281" actId="14100"/>
          <ac:spMkLst>
            <pc:docMk/>
            <pc:sldMk cId="2731215658" sldId="257"/>
            <ac:spMk id="8" creationId="{D5CD403C-F3FE-5B3C-E639-CBD095C56C28}"/>
          </ac:spMkLst>
        </pc:spChg>
      </pc:sldChg>
      <pc:sldChg chg="modTransition">
        <pc:chgData name="Gift Dhlamini" userId="7b9b086551e25c21" providerId="LiveId" clId="{9EAC72BB-9E76-4820-8599-F8E0A2F48A5F}" dt="2025-11-10T22:49:39.676" v="273"/>
        <pc:sldMkLst>
          <pc:docMk/>
          <pc:sldMk cId="335336658" sldId="258"/>
        </pc:sldMkLst>
      </pc:sldChg>
      <pc:sldChg chg="modTransition">
        <pc:chgData name="Gift Dhlamini" userId="7b9b086551e25c21" providerId="LiveId" clId="{9EAC72BB-9E76-4820-8599-F8E0A2F48A5F}" dt="2025-11-10T22:49:39.676" v="273"/>
        <pc:sldMkLst>
          <pc:docMk/>
          <pc:sldMk cId="3316710845" sldId="259"/>
        </pc:sldMkLst>
      </pc:sldChg>
      <pc:sldChg chg="modTransition">
        <pc:chgData name="Gift Dhlamini" userId="7b9b086551e25c21" providerId="LiveId" clId="{9EAC72BB-9E76-4820-8599-F8E0A2F48A5F}" dt="2025-11-10T22:49:39.676" v="273"/>
        <pc:sldMkLst>
          <pc:docMk/>
          <pc:sldMk cId="1992928234" sldId="260"/>
        </pc:sldMkLst>
      </pc:sldChg>
      <pc:sldChg chg="modTransition">
        <pc:chgData name="Gift Dhlamini" userId="7b9b086551e25c21" providerId="LiveId" clId="{9EAC72BB-9E76-4820-8599-F8E0A2F48A5F}" dt="2025-11-10T22:49:39.676" v="273"/>
        <pc:sldMkLst>
          <pc:docMk/>
          <pc:sldMk cId="2477658705" sldId="261"/>
        </pc:sldMkLst>
      </pc:sldChg>
      <pc:sldChg chg="modTransition">
        <pc:chgData name="Gift Dhlamini" userId="7b9b086551e25c21" providerId="LiveId" clId="{9EAC72BB-9E76-4820-8599-F8E0A2F48A5F}" dt="2025-11-10T22:49:39.676" v="273"/>
        <pc:sldMkLst>
          <pc:docMk/>
          <pc:sldMk cId="3781222846" sldId="262"/>
        </pc:sldMkLst>
      </pc:sldChg>
      <pc:sldChg chg="modTransition">
        <pc:chgData name="Gift Dhlamini" userId="7b9b086551e25c21" providerId="LiveId" clId="{9EAC72BB-9E76-4820-8599-F8E0A2F48A5F}" dt="2025-11-10T22:49:39.676" v="273"/>
        <pc:sldMkLst>
          <pc:docMk/>
          <pc:sldMk cId="1808841012" sldId="263"/>
        </pc:sldMkLst>
      </pc:sldChg>
      <pc:sldChg chg="modTransition">
        <pc:chgData name="Gift Dhlamini" userId="7b9b086551e25c21" providerId="LiveId" clId="{9EAC72BB-9E76-4820-8599-F8E0A2F48A5F}" dt="2025-11-10T22:49:39.676" v="273"/>
        <pc:sldMkLst>
          <pc:docMk/>
          <pc:sldMk cId="1770014589" sldId="264"/>
        </pc:sldMkLst>
      </pc:sldChg>
      <pc:sldChg chg="modTransition">
        <pc:chgData name="Gift Dhlamini" userId="7b9b086551e25c21" providerId="LiveId" clId="{9EAC72BB-9E76-4820-8599-F8E0A2F48A5F}" dt="2025-11-10T22:49:39.676" v="273"/>
        <pc:sldMkLst>
          <pc:docMk/>
          <pc:sldMk cId="2814736270" sldId="266"/>
        </pc:sldMkLst>
      </pc:sldChg>
      <pc:sldChg chg="modTransition">
        <pc:chgData name="Gift Dhlamini" userId="7b9b086551e25c21" providerId="LiveId" clId="{9EAC72BB-9E76-4820-8599-F8E0A2F48A5F}" dt="2025-11-10T22:49:39.676" v="273"/>
        <pc:sldMkLst>
          <pc:docMk/>
          <pc:sldMk cId="1089254144" sldId="267"/>
        </pc:sldMkLst>
      </pc:sldChg>
      <pc:sldChg chg="modTransition">
        <pc:chgData name="Gift Dhlamini" userId="7b9b086551e25c21" providerId="LiveId" clId="{9EAC72BB-9E76-4820-8599-F8E0A2F48A5F}" dt="2025-11-10T22:49:39.676" v="273"/>
        <pc:sldMkLst>
          <pc:docMk/>
          <pc:sldMk cId="2033882666" sldId="268"/>
        </pc:sldMkLst>
      </pc:sldChg>
      <pc:sldMasterChg chg="modTransition modSldLayout">
        <pc:chgData name="Gift Dhlamini" userId="7b9b086551e25c21" providerId="LiveId" clId="{9EAC72BB-9E76-4820-8599-F8E0A2F48A5F}" dt="2025-11-10T22:49:39.676" v="273"/>
        <pc:sldMasterMkLst>
          <pc:docMk/>
          <pc:sldMasterMk cId="746723139" sldId="2147483709"/>
        </pc:sldMasterMkLst>
        <pc:sldLayoutChg chg="modTransition">
          <pc:chgData name="Gift Dhlamini" userId="7b9b086551e25c21" providerId="LiveId" clId="{9EAC72BB-9E76-4820-8599-F8E0A2F48A5F}" dt="2025-11-10T22:49:39.676" v="273"/>
          <pc:sldLayoutMkLst>
            <pc:docMk/>
            <pc:sldMasterMk cId="746723139" sldId="2147483709"/>
            <pc:sldLayoutMk cId="2515977238" sldId="2147483710"/>
          </pc:sldLayoutMkLst>
        </pc:sldLayoutChg>
        <pc:sldLayoutChg chg="modTransition">
          <pc:chgData name="Gift Dhlamini" userId="7b9b086551e25c21" providerId="LiveId" clId="{9EAC72BB-9E76-4820-8599-F8E0A2F48A5F}" dt="2025-11-10T22:49:39.676" v="273"/>
          <pc:sldLayoutMkLst>
            <pc:docMk/>
            <pc:sldMasterMk cId="746723139" sldId="2147483709"/>
            <pc:sldLayoutMk cId="3684333299" sldId="2147483711"/>
          </pc:sldLayoutMkLst>
        </pc:sldLayoutChg>
        <pc:sldLayoutChg chg="modTransition">
          <pc:chgData name="Gift Dhlamini" userId="7b9b086551e25c21" providerId="LiveId" clId="{9EAC72BB-9E76-4820-8599-F8E0A2F48A5F}" dt="2025-11-10T22:49:39.676" v="273"/>
          <pc:sldLayoutMkLst>
            <pc:docMk/>
            <pc:sldMasterMk cId="746723139" sldId="2147483709"/>
            <pc:sldLayoutMk cId="2970097441" sldId="2147483712"/>
          </pc:sldLayoutMkLst>
        </pc:sldLayoutChg>
        <pc:sldLayoutChg chg="modTransition">
          <pc:chgData name="Gift Dhlamini" userId="7b9b086551e25c21" providerId="LiveId" clId="{9EAC72BB-9E76-4820-8599-F8E0A2F48A5F}" dt="2025-11-10T22:49:39.676" v="273"/>
          <pc:sldLayoutMkLst>
            <pc:docMk/>
            <pc:sldMasterMk cId="746723139" sldId="2147483709"/>
            <pc:sldLayoutMk cId="2661722193" sldId="2147483713"/>
          </pc:sldLayoutMkLst>
        </pc:sldLayoutChg>
        <pc:sldLayoutChg chg="modTransition">
          <pc:chgData name="Gift Dhlamini" userId="7b9b086551e25c21" providerId="LiveId" clId="{9EAC72BB-9E76-4820-8599-F8E0A2F48A5F}" dt="2025-11-10T22:49:39.676" v="273"/>
          <pc:sldLayoutMkLst>
            <pc:docMk/>
            <pc:sldMasterMk cId="746723139" sldId="2147483709"/>
            <pc:sldLayoutMk cId="1643770604" sldId="2147483714"/>
          </pc:sldLayoutMkLst>
        </pc:sldLayoutChg>
        <pc:sldLayoutChg chg="modTransition">
          <pc:chgData name="Gift Dhlamini" userId="7b9b086551e25c21" providerId="LiveId" clId="{9EAC72BB-9E76-4820-8599-F8E0A2F48A5F}" dt="2025-11-10T22:49:39.676" v="273"/>
          <pc:sldLayoutMkLst>
            <pc:docMk/>
            <pc:sldMasterMk cId="746723139" sldId="2147483709"/>
            <pc:sldLayoutMk cId="3928081514" sldId="2147483715"/>
          </pc:sldLayoutMkLst>
        </pc:sldLayoutChg>
        <pc:sldLayoutChg chg="modTransition">
          <pc:chgData name="Gift Dhlamini" userId="7b9b086551e25c21" providerId="LiveId" clId="{9EAC72BB-9E76-4820-8599-F8E0A2F48A5F}" dt="2025-11-10T22:49:39.676" v="273"/>
          <pc:sldLayoutMkLst>
            <pc:docMk/>
            <pc:sldMasterMk cId="746723139" sldId="2147483709"/>
            <pc:sldLayoutMk cId="3094326912" sldId="2147483716"/>
          </pc:sldLayoutMkLst>
        </pc:sldLayoutChg>
        <pc:sldLayoutChg chg="modTransition">
          <pc:chgData name="Gift Dhlamini" userId="7b9b086551e25c21" providerId="LiveId" clId="{9EAC72BB-9E76-4820-8599-F8E0A2F48A5F}" dt="2025-11-10T22:49:39.676" v="273"/>
          <pc:sldLayoutMkLst>
            <pc:docMk/>
            <pc:sldMasterMk cId="746723139" sldId="2147483709"/>
            <pc:sldLayoutMk cId="3410559487" sldId="2147483717"/>
          </pc:sldLayoutMkLst>
        </pc:sldLayoutChg>
        <pc:sldLayoutChg chg="modTransition">
          <pc:chgData name="Gift Dhlamini" userId="7b9b086551e25c21" providerId="LiveId" clId="{9EAC72BB-9E76-4820-8599-F8E0A2F48A5F}" dt="2025-11-10T22:49:39.676" v="273"/>
          <pc:sldLayoutMkLst>
            <pc:docMk/>
            <pc:sldMasterMk cId="746723139" sldId="2147483709"/>
            <pc:sldLayoutMk cId="2797850933" sldId="2147483718"/>
          </pc:sldLayoutMkLst>
        </pc:sldLayoutChg>
        <pc:sldLayoutChg chg="modTransition">
          <pc:chgData name="Gift Dhlamini" userId="7b9b086551e25c21" providerId="LiveId" clId="{9EAC72BB-9E76-4820-8599-F8E0A2F48A5F}" dt="2025-11-10T22:49:39.676" v="273"/>
          <pc:sldLayoutMkLst>
            <pc:docMk/>
            <pc:sldMasterMk cId="746723139" sldId="2147483709"/>
            <pc:sldLayoutMk cId="2404392988" sldId="2147483719"/>
          </pc:sldLayoutMkLst>
        </pc:sldLayoutChg>
        <pc:sldLayoutChg chg="modTransition">
          <pc:chgData name="Gift Dhlamini" userId="7b9b086551e25c21" providerId="LiveId" clId="{9EAC72BB-9E76-4820-8599-F8E0A2F48A5F}" dt="2025-11-10T22:49:39.676" v="273"/>
          <pc:sldLayoutMkLst>
            <pc:docMk/>
            <pc:sldMasterMk cId="746723139" sldId="2147483709"/>
            <pc:sldLayoutMk cId="3006619641" sldId="2147483720"/>
          </pc:sldLayoutMkLst>
        </pc:sldLayoutChg>
        <pc:sldLayoutChg chg="modTransition">
          <pc:chgData name="Gift Dhlamini" userId="7b9b086551e25c21" providerId="LiveId" clId="{9EAC72BB-9E76-4820-8599-F8E0A2F48A5F}" dt="2025-11-10T22:49:39.676" v="273"/>
          <pc:sldLayoutMkLst>
            <pc:docMk/>
            <pc:sldMasterMk cId="746723139" sldId="2147483709"/>
            <pc:sldLayoutMk cId="3967241308" sldId="2147483721"/>
          </pc:sldLayoutMkLst>
        </pc:sldLayoutChg>
      </pc:sldMaster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2.png"/><Relationship Id="rId4" Type="http://schemas.openxmlformats.org/officeDocument/2006/relationships/image" Target="../media/image13.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2.png"/><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95649D5-14C9-4D79-864A-292DCDE97982}"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A61037D1-AAC4-4D28-93F4-885D3D0CCC12}">
      <dgm:prSet/>
      <dgm:spPr/>
      <dgm:t>
        <a:bodyPr/>
        <a:lstStyle/>
        <a:p>
          <a:r>
            <a:rPr lang="en-ZA" dirty="0"/>
            <a:t>Am</a:t>
          </a:r>
          <a:r>
            <a:rPr lang="en-US" dirty="0"/>
            <a:t>azon S3 – Hosts static website content</a:t>
          </a:r>
        </a:p>
      </dgm:t>
    </dgm:pt>
    <dgm:pt modelId="{CEB160D6-4A77-405F-8153-C887DA4F942B}" type="parTrans" cxnId="{60F99A91-76AE-4413-A909-81AE659FF1D8}">
      <dgm:prSet/>
      <dgm:spPr/>
      <dgm:t>
        <a:bodyPr/>
        <a:lstStyle/>
        <a:p>
          <a:endParaRPr lang="en-US"/>
        </a:p>
      </dgm:t>
    </dgm:pt>
    <dgm:pt modelId="{00468448-BD21-462F-902D-6E1CF6C6F676}" type="sibTrans" cxnId="{60F99A91-76AE-4413-A909-81AE659FF1D8}">
      <dgm:prSet/>
      <dgm:spPr/>
      <dgm:t>
        <a:bodyPr/>
        <a:lstStyle/>
        <a:p>
          <a:endParaRPr lang="en-US"/>
        </a:p>
      </dgm:t>
    </dgm:pt>
    <dgm:pt modelId="{6D4DA332-25A3-44DC-8160-110D4273F275}">
      <dgm:prSet/>
      <dgm:spPr/>
      <dgm:t>
        <a:bodyPr/>
        <a:lstStyle/>
        <a:p>
          <a:r>
            <a:rPr lang="en-US" dirty="0"/>
            <a:t>Amazon Route 53 – Domain management</a:t>
          </a:r>
        </a:p>
      </dgm:t>
    </dgm:pt>
    <dgm:pt modelId="{0A8B6765-A21D-4D53-84AB-07E06A188732}" type="parTrans" cxnId="{9500BBA7-2501-4CBA-8D62-5871CA7E46EA}">
      <dgm:prSet/>
      <dgm:spPr/>
      <dgm:t>
        <a:bodyPr/>
        <a:lstStyle/>
        <a:p>
          <a:endParaRPr lang="en-US"/>
        </a:p>
      </dgm:t>
    </dgm:pt>
    <dgm:pt modelId="{5B7582D7-108D-4CBF-8A20-FA7159B03AF8}" type="sibTrans" cxnId="{9500BBA7-2501-4CBA-8D62-5871CA7E46EA}">
      <dgm:prSet/>
      <dgm:spPr/>
      <dgm:t>
        <a:bodyPr/>
        <a:lstStyle/>
        <a:p>
          <a:endParaRPr lang="en-US"/>
        </a:p>
      </dgm:t>
    </dgm:pt>
    <dgm:pt modelId="{65528175-AC30-42D8-B204-0A8114DE54AF}">
      <dgm:prSet/>
      <dgm:spPr/>
      <dgm:t>
        <a:bodyPr/>
        <a:lstStyle/>
        <a:p>
          <a:r>
            <a:rPr lang="en-US" dirty="0"/>
            <a:t>Amazon CloudFront – Speeds up delivery through CDN</a:t>
          </a:r>
        </a:p>
      </dgm:t>
    </dgm:pt>
    <dgm:pt modelId="{F374142F-65D4-4363-8344-7D276BD662FA}" type="parTrans" cxnId="{E117EE06-2AB0-42DE-AA79-8E3155E9D5A5}">
      <dgm:prSet/>
      <dgm:spPr/>
      <dgm:t>
        <a:bodyPr/>
        <a:lstStyle/>
        <a:p>
          <a:endParaRPr lang="en-US"/>
        </a:p>
      </dgm:t>
    </dgm:pt>
    <dgm:pt modelId="{2BD47E8F-1473-4872-BB6F-89CB144287C7}" type="sibTrans" cxnId="{E117EE06-2AB0-42DE-AA79-8E3155E9D5A5}">
      <dgm:prSet/>
      <dgm:spPr/>
      <dgm:t>
        <a:bodyPr/>
        <a:lstStyle/>
        <a:p>
          <a:endParaRPr lang="en-US"/>
        </a:p>
      </dgm:t>
    </dgm:pt>
    <dgm:pt modelId="{E1C5B357-60C8-4D42-A344-9469697C5810}">
      <dgm:prSet/>
      <dgm:spPr/>
      <dgm:t>
        <a:bodyPr/>
        <a:lstStyle/>
        <a:p>
          <a:r>
            <a:rPr lang="en-US" dirty="0"/>
            <a:t>IAM – Controls access and security</a:t>
          </a:r>
          <a:r>
            <a:rPr lang="en-GB" dirty="0"/>
            <a:t> </a:t>
          </a:r>
          <a:endParaRPr lang="en-US" dirty="0"/>
        </a:p>
      </dgm:t>
    </dgm:pt>
    <dgm:pt modelId="{C3271582-F7F9-43AC-A42C-67FBA56D8EB1}" type="parTrans" cxnId="{B9EBE56F-86B4-4425-8D19-B3685B1FD224}">
      <dgm:prSet/>
      <dgm:spPr/>
      <dgm:t>
        <a:bodyPr/>
        <a:lstStyle/>
        <a:p>
          <a:endParaRPr lang="en-US"/>
        </a:p>
      </dgm:t>
    </dgm:pt>
    <dgm:pt modelId="{5008B902-9619-4BD3-B413-434C222B23C9}" type="sibTrans" cxnId="{B9EBE56F-86B4-4425-8D19-B3685B1FD224}">
      <dgm:prSet/>
      <dgm:spPr/>
      <dgm:t>
        <a:bodyPr/>
        <a:lstStyle/>
        <a:p>
          <a:endParaRPr lang="en-US"/>
        </a:p>
      </dgm:t>
    </dgm:pt>
    <dgm:pt modelId="{6FD3F033-2204-4F41-B888-88E8A6FB2ACB}" type="pres">
      <dgm:prSet presAssocID="{795649D5-14C9-4D79-864A-292DCDE97982}" presName="root" presStyleCnt="0">
        <dgm:presLayoutVars>
          <dgm:dir/>
          <dgm:resizeHandles val="exact"/>
        </dgm:presLayoutVars>
      </dgm:prSet>
      <dgm:spPr/>
      <dgm:t>
        <a:bodyPr/>
        <a:lstStyle/>
        <a:p>
          <a:endParaRPr lang="en-US"/>
        </a:p>
      </dgm:t>
    </dgm:pt>
    <dgm:pt modelId="{5A09B0DC-B7C3-4416-B025-3304A9A18EEE}" type="pres">
      <dgm:prSet presAssocID="{A61037D1-AAC4-4D28-93F4-885D3D0CCC12}" presName="compNode" presStyleCnt="0"/>
      <dgm:spPr/>
    </dgm:pt>
    <dgm:pt modelId="{AB33A55C-60F4-4B82-9793-0F666C1DB5F4}" type="pres">
      <dgm:prSet presAssocID="{A61037D1-AAC4-4D28-93F4-885D3D0CCC1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aptop"/>
        </a:ext>
      </dgm:extLst>
    </dgm:pt>
    <dgm:pt modelId="{E2A83371-F627-42AF-BC3F-692300E648FB}" type="pres">
      <dgm:prSet presAssocID="{A61037D1-AAC4-4D28-93F4-885D3D0CCC12}" presName="spaceRect" presStyleCnt="0"/>
      <dgm:spPr/>
    </dgm:pt>
    <dgm:pt modelId="{7F44A710-9710-4D0D-863C-60D65B27B0B4}" type="pres">
      <dgm:prSet presAssocID="{A61037D1-AAC4-4D28-93F4-885D3D0CCC12}" presName="textRect" presStyleLbl="revTx" presStyleIdx="0" presStyleCnt="4">
        <dgm:presLayoutVars>
          <dgm:chMax val="1"/>
          <dgm:chPref val="1"/>
        </dgm:presLayoutVars>
      </dgm:prSet>
      <dgm:spPr/>
      <dgm:t>
        <a:bodyPr/>
        <a:lstStyle/>
        <a:p>
          <a:endParaRPr lang="en-US"/>
        </a:p>
      </dgm:t>
    </dgm:pt>
    <dgm:pt modelId="{DEBADFB4-8F72-4090-944D-EA4E90A6658A}" type="pres">
      <dgm:prSet presAssocID="{00468448-BD21-462F-902D-6E1CF6C6F676}" presName="sibTrans" presStyleCnt="0"/>
      <dgm:spPr/>
    </dgm:pt>
    <dgm:pt modelId="{7599000F-5104-451A-8849-79FB1CECD03D}" type="pres">
      <dgm:prSet presAssocID="{6D4DA332-25A3-44DC-8160-110D4273F275}" presName="compNode" presStyleCnt="0"/>
      <dgm:spPr/>
    </dgm:pt>
    <dgm:pt modelId="{C56B78A2-03D5-4BB3-81FA-1357E4574D6E}" type="pres">
      <dgm:prSet presAssocID="{6D4DA332-25A3-44DC-8160-110D4273F275}"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34DFF1F7-FC8A-42EB-9513-A99494F9E96A}" type="pres">
      <dgm:prSet presAssocID="{6D4DA332-25A3-44DC-8160-110D4273F275}" presName="spaceRect" presStyleCnt="0"/>
      <dgm:spPr/>
    </dgm:pt>
    <dgm:pt modelId="{F8817AE7-DCF3-4C3A-92E8-D3136BB7AFD9}" type="pres">
      <dgm:prSet presAssocID="{6D4DA332-25A3-44DC-8160-110D4273F275}" presName="textRect" presStyleLbl="revTx" presStyleIdx="1" presStyleCnt="4">
        <dgm:presLayoutVars>
          <dgm:chMax val="1"/>
          <dgm:chPref val="1"/>
        </dgm:presLayoutVars>
      </dgm:prSet>
      <dgm:spPr/>
      <dgm:t>
        <a:bodyPr/>
        <a:lstStyle/>
        <a:p>
          <a:endParaRPr lang="en-US"/>
        </a:p>
      </dgm:t>
    </dgm:pt>
    <dgm:pt modelId="{41B390AE-EE30-4BFD-A9E6-08843A5C69D0}" type="pres">
      <dgm:prSet presAssocID="{5B7582D7-108D-4CBF-8A20-FA7159B03AF8}" presName="sibTrans" presStyleCnt="0"/>
      <dgm:spPr/>
    </dgm:pt>
    <dgm:pt modelId="{0361FFDC-838B-49DC-9B0D-61136F3A59B0}" type="pres">
      <dgm:prSet presAssocID="{65528175-AC30-42D8-B204-0A8114DE54AF}" presName="compNode" presStyleCnt="0"/>
      <dgm:spPr/>
    </dgm:pt>
    <dgm:pt modelId="{F567E015-D4C5-46A2-AF8B-2ABE53B3EC88}" type="pres">
      <dgm:prSet presAssocID="{65528175-AC30-42D8-B204-0A8114DE54AF}"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x"/>
        </a:ext>
      </dgm:extLst>
    </dgm:pt>
    <dgm:pt modelId="{B02235B1-1BD6-4D6A-BA89-53E6866F0022}" type="pres">
      <dgm:prSet presAssocID="{65528175-AC30-42D8-B204-0A8114DE54AF}" presName="spaceRect" presStyleCnt="0"/>
      <dgm:spPr/>
    </dgm:pt>
    <dgm:pt modelId="{7750686A-EED2-46A0-8ECF-C2B6E5DBF256}" type="pres">
      <dgm:prSet presAssocID="{65528175-AC30-42D8-B204-0A8114DE54AF}" presName="textRect" presStyleLbl="revTx" presStyleIdx="2" presStyleCnt="4">
        <dgm:presLayoutVars>
          <dgm:chMax val="1"/>
          <dgm:chPref val="1"/>
        </dgm:presLayoutVars>
      </dgm:prSet>
      <dgm:spPr/>
      <dgm:t>
        <a:bodyPr/>
        <a:lstStyle/>
        <a:p>
          <a:endParaRPr lang="en-US"/>
        </a:p>
      </dgm:t>
    </dgm:pt>
    <dgm:pt modelId="{6E7FD9E5-3875-4667-B1A0-FCC0863E9E56}" type="pres">
      <dgm:prSet presAssocID="{2BD47E8F-1473-4872-BB6F-89CB144287C7}" presName="sibTrans" presStyleCnt="0"/>
      <dgm:spPr/>
    </dgm:pt>
    <dgm:pt modelId="{78E24994-4760-4A63-9010-E9838349A65E}" type="pres">
      <dgm:prSet presAssocID="{E1C5B357-60C8-4D42-A344-9469697C5810}" presName="compNode" presStyleCnt="0"/>
      <dgm:spPr/>
    </dgm:pt>
    <dgm:pt modelId="{C6450BF8-57A0-4CC0-A79A-33340BE47D04}" type="pres">
      <dgm:prSet presAssocID="{E1C5B357-60C8-4D42-A344-9469697C581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Lock"/>
        </a:ext>
      </dgm:extLst>
    </dgm:pt>
    <dgm:pt modelId="{89678386-CB74-4CE8-974C-EF0DCDC503D1}" type="pres">
      <dgm:prSet presAssocID="{E1C5B357-60C8-4D42-A344-9469697C5810}" presName="spaceRect" presStyleCnt="0"/>
      <dgm:spPr/>
    </dgm:pt>
    <dgm:pt modelId="{595104FF-D974-45AA-90C2-E0B7D16BF48B}" type="pres">
      <dgm:prSet presAssocID="{E1C5B357-60C8-4D42-A344-9469697C5810}" presName="textRect" presStyleLbl="revTx" presStyleIdx="3" presStyleCnt="4">
        <dgm:presLayoutVars>
          <dgm:chMax val="1"/>
          <dgm:chPref val="1"/>
        </dgm:presLayoutVars>
      </dgm:prSet>
      <dgm:spPr/>
      <dgm:t>
        <a:bodyPr/>
        <a:lstStyle/>
        <a:p>
          <a:endParaRPr lang="en-US"/>
        </a:p>
      </dgm:t>
    </dgm:pt>
  </dgm:ptLst>
  <dgm:cxnLst>
    <dgm:cxn modelId="{8C6AFAFB-87FE-451A-8E54-AAC2B231CD88}" type="presOf" srcId="{E1C5B357-60C8-4D42-A344-9469697C5810}" destId="{595104FF-D974-45AA-90C2-E0B7D16BF48B}" srcOrd="0" destOrd="0" presId="urn:microsoft.com/office/officeart/2018/2/layout/IconLabelList"/>
    <dgm:cxn modelId="{627E81EF-CA2A-4423-9EC6-ED2B1F7DDECF}" type="presOf" srcId="{6D4DA332-25A3-44DC-8160-110D4273F275}" destId="{F8817AE7-DCF3-4C3A-92E8-D3136BB7AFD9}" srcOrd="0" destOrd="0" presId="urn:microsoft.com/office/officeart/2018/2/layout/IconLabelList"/>
    <dgm:cxn modelId="{8C77CA71-55ED-44FC-988D-31BFCA22F7A9}" type="presOf" srcId="{65528175-AC30-42D8-B204-0A8114DE54AF}" destId="{7750686A-EED2-46A0-8ECF-C2B6E5DBF256}" srcOrd="0" destOrd="0" presId="urn:microsoft.com/office/officeart/2018/2/layout/IconLabelList"/>
    <dgm:cxn modelId="{E117EE06-2AB0-42DE-AA79-8E3155E9D5A5}" srcId="{795649D5-14C9-4D79-864A-292DCDE97982}" destId="{65528175-AC30-42D8-B204-0A8114DE54AF}" srcOrd="2" destOrd="0" parTransId="{F374142F-65D4-4363-8344-7D276BD662FA}" sibTransId="{2BD47E8F-1473-4872-BB6F-89CB144287C7}"/>
    <dgm:cxn modelId="{B9EBE56F-86B4-4425-8D19-B3685B1FD224}" srcId="{795649D5-14C9-4D79-864A-292DCDE97982}" destId="{E1C5B357-60C8-4D42-A344-9469697C5810}" srcOrd="3" destOrd="0" parTransId="{C3271582-F7F9-43AC-A42C-67FBA56D8EB1}" sibTransId="{5008B902-9619-4BD3-B413-434C222B23C9}"/>
    <dgm:cxn modelId="{9500BBA7-2501-4CBA-8D62-5871CA7E46EA}" srcId="{795649D5-14C9-4D79-864A-292DCDE97982}" destId="{6D4DA332-25A3-44DC-8160-110D4273F275}" srcOrd="1" destOrd="0" parTransId="{0A8B6765-A21D-4D53-84AB-07E06A188732}" sibTransId="{5B7582D7-108D-4CBF-8A20-FA7159B03AF8}"/>
    <dgm:cxn modelId="{60F99A91-76AE-4413-A909-81AE659FF1D8}" srcId="{795649D5-14C9-4D79-864A-292DCDE97982}" destId="{A61037D1-AAC4-4D28-93F4-885D3D0CCC12}" srcOrd="0" destOrd="0" parTransId="{CEB160D6-4A77-405F-8153-C887DA4F942B}" sibTransId="{00468448-BD21-462F-902D-6E1CF6C6F676}"/>
    <dgm:cxn modelId="{C87A0A55-DC3A-43E4-8BF4-D35FEC06CC9F}" type="presOf" srcId="{795649D5-14C9-4D79-864A-292DCDE97982}" destId="{6FD3F033-2204-4F41-B888-88E8A6FB2ACB}" srcOrd="0" destOrd="0" presId="urn:microsoft.com/office/officeart/2018/2/layout/IconLabelList"/>
    <dgm:cxn modelId="{6D5A5A4B-47B5-47F6-8AFD-A0BD4D4EBE7A}" type="presOf" srcId="{A61037D1-AAC4-4D28-93F4-885D3D0CCC12}" destId="{7F44A710-9710-4D0D-863C-60D65B27B0B4}" srcOrd="0" destOrd="0" presId="urn:microsoft.com/office/officeart/2018/2/layout/IconLabelList"/>
    <dgm:cxn modelId="{0A396402-3B25-49EB-930F-A994E273D449}" type="presParOf" srcId="{6FD3F033-2204-4F41-B888-88E8A6FB2ACB}" destId="{5A09B0DC-B7C3-4416-B025-3304A9A18EEE}" srcOrd="0" destOrd="0" presId="urn:microsoft.com/office/officeart/2018/2/layout/IconLabelList"/>
    <dgm:cxn modelId="{E6EAA461-F686-4258-A9BE-4CC1029541A7}" type="presParOf" srcId="{5A09B0DC-B7C3-4416-B025-3304A9A18EEE}" destId="{AB33A55C-60F4-4B82-9793-0F666C1DB5F4}" srcOrd="0" destOrd="0" presId="urn:microsoft.com/office/officeart/2018/2/layout/IconLabelList"/>
    <dgm:cxn modelId="{F70DAE92-E4C3-48D7-8BEA-22DD4822AE7F}" type="presParOf" srcId="{5A09B0DC-B7C3-4416-B025-3304A9A18EEE}" destId="{E2A83371-F627-42AF-BC3F-692300E648FB}" srcOrd="1" destOrd="0" presId="urn:microsoft.com/office/officeart/2018/2/layout/IconLabelList"/>
    <dgm:cxn modelId="{F3569FD5-9408-4671-8457-337C8776FF82}" type="presParOf" srcId="{5A09B0DC-B7C3-4416-B025-3304A9A18EEE}" destId="{7F44A710-9710-4D0D-863C-60D65B27B0B4}" srcOrd="2" destOrd="0" presId="urn:microsoft.com/office/officeart/2018/2/layout/IconLabelList"/>
    <dgm:cxn modelId="{BCA16DDE-5CDF-4AAD-8B9D-2D25FE47D377}" type="presParOf" srcId="{6FD3F033-2204-4F41-B888-88E8A6FB2ACB}" destId="{DEBADFB4-8F72-4090-944D-EA4E90A6658A}" srcOrd="1" destOrd="0" presId="urn:microsoft.com/office/officeart/2018/2/layout/IconLabelList"/>
    <dgm:cxn modelId="{F06AA95A-C0E1-4FA3-A0C4-3DAD71AFF86F}" type="presParOf" srcId="{6FD3F033-2204-4F41-B888-88E8A6FB2ACB}" destId="{7599000F-5104-451A-8849-79FB1CECD03D}" srcOrd="2" destOrd="0" presId="urn:microsoft.com/office/officeart/2018/2/layout/IconLabelList"/>
    <dgm:cxn modelId="{75CAB360-0DEC-4554-9269-7E467500DCE7}" type="presParOf" srcId="{7599000F-5104-451A-8849-79FB1CECD03D}" destId="{C56B78A2-03D5-4BB3-81FA-1357E4574D6E}" srcOrd="0" destOrd="0" presId="urn:microsoft.com/office/officeart/2018/2/layout/IconLabelList"/>
    <dgm:cxn modelId="{489AECAD-50A5-4F2C-B4F7-BCDBFC71F580}" type="presParOf" srcId="{7599000F-5104-451A-8849-79FB1CECD03D}" destId="{34DFF1F7-FC8A-42EB-9513-A99494F9E96A}" srcOrd="1" destOrd="0" presId="urn:microsoft.com/office/officeart/2018/2/layout/IconLabelList"/>
    <dgm:cxn modelId="{B72300AA-44A0-4B35-948E-27577E841A0C}" type="presParOf" srcId="{7599000F-5104-451A-8849-79FB1CECD03D}" destId="{F8817AE7-DCF3-4C3A-92E8-D3136BB7AFD9}" srcOrd="2" destOrd="0" presId="urn:microsoft.com/office/officeart/2018/2/layout/IconLabelList"/>
    <dgm:cxn modelId="{46A1650A-7BC9-4983-A4F8-606E0774446E}" type="presParOf" srcId="{6FD3F033-2204-4F41-B888-88E8A6FB2ACB}" destId="{41B390AE-EE30-4BFD-A9E6-08843A5C69D0}" srcOrd="3" destOrd="0" presId="urn:microsoft.com/office/officeart/2018/2/layout/IconLabelList"/>
    <dgm:cxn modelId="{F71A1060-FD44-4825-8555-719DECB23852}" type="presParOf" srcId="{6FD3F033-2204-4F41-B888-88E8A6FB2ACB}" destId="{0361FFDC-838B-49DC-9B0D-61136F3A59B0}" srcOrd="4" destOrd="0" presId="urn:microsoft.com/office/officeart/2018/2/layout/IconLabelList"/>
    <dgm:cxn modelId="{3EA764D8-0373-4AEC-8126-8DCC2C12A515}" type="presParOf" srcId="{0361FFDC-838B-49DC-9B0D-61136F3A59B0}" destId="{F567E015-D4C5-46A2-AF8B-2ABE53B3EC88}" srcOrd="0" destOrd="0" presId="urn:microsoft.com/office/officeart/2018/2/layout/IconLabelList"/>
    <dgm:cxn modelId="{A4EA96B7-637D-4FF2-B076-EFFD8E58E4C4}" type="presParOf" srcId="{0361FFDC-838B-49DC-9B0D-61136F3A59B0}" destId="{B02235B1-1BD6-4D6A-BA89-53E6866F0022}" srcOrd="1" destOrd="0" presId="urn:microsoft.com/office/officeart/2018/2/layout/IconLabelList"/>
    <dgm:cxn modelId="{0FBFEB60-9ACE-4206-9570-00542F0A41A2}" type="presParOf" srcId="{0361FFDC-838B-49DC-9B0D-61136F3A59B0}" destId="{7750686A-EED2-46A0-8ECF-C2B6E5DBF256}" srcOrd="2" destOrd="0" presId="urn:microsoft.com/office/officeart/2018/2/layout/IconLabelList"/>
    <dgm:cxn modelId="{B5823F99-CC06-4EEB-A0A2-3EFF16C7810E}" type="presParOf" srcId="{6FD3F033-2204-4F41-B888-88E8A6FB2ACB}" destId="{6E7FD9E5-3875-4667-B1A0-FCC0863E9E56}" srcOrd="5" destOrd="0" presId="urn:microsoft.com/office/officeart/2018/2/layout/IconLabelList"/>
    <dgm:cxn modelId="{851C8302-9DEE-4628-A4BF-D3AA36B61FE9}" type="presParOf" srcId="{6FD3F033-2204-4F41-B888-88E8A6FB2ACB}" destId="{78E24994-4760-4A63-9010-E9838349A65E}" srcOrd="6" destOrd="0" presId="urn:microsoft.com/office/officeart/2018/2/layout/IconLabelList"/>
    <dgm:cxn modelId="{04487ACE-EE27-4FE3-8153-CB7D131D3931}" type="presParOf" srcId="{78E24994-4760-4A63-9010-E9838349A65E}" destId="{C6450BF8-57A0-4CC0-A79A-33340BE47D04}" srcOrd="0" destOrd="0" presId="urn:microsoft.com/office/officeart/2018/2/layout/IconLabelList"/>
    <dgm:cxn modelId="{4C059D6C-961E-437D-A081-A4BB1D126424}" type="presParOf" srcId="{78E24994-4760-4A63-9010-E9838349A65E}" destId="{89678386-CB74-4CE8-974C-EF0DCDC503D1}" srcOrd="1" destOrd="0" presId="urn:microsoft.com/office/officeart/2018/2/layout/IconLabelList"/>
    <dgm:cxn modelId="{BA69033F-0D32-4832-ADAB-B11B33E40311}" type="presParOf" srcId="{78E24994-4760-4A63-9010-E9838349A65E}" destId="{595104FF-D974-45AA-90C2-E0B7D16BF48B}"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33A55C-60F4-4B82-9793-0F666C1DB5F4}">
      <dsp:nvSpPr>
        <dsp:cNvPr id="0" name=""/>
        <dsp:cNvSpPr/>
      </dsp:nvSpPr>
      <dsp:spPr>
        <a:xfrm>
          <a:off x="1138979" y="1203549"/>
          <a:ext cx="932563" cy="93256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F44A710-9710-4D0D-863C-60D65B27B0B4}">
      <dsp:nvSpPr>
        <dsp:cNvPr id="0" name=""/>
        <dsp:cNvSpPr/>
      </dsp:nvSpPr>
      <dsp:spPr>
        <a:xfrm>
          <a:off x="569079"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lvl="0" algn="ctr" defTabSz="755650">
            <a:lnSpc>
              <a:spcPct val="90000"/>
            </a:lnSpc>
            <a:spcBef>
              <a:spcPct val="0"/>
            </a:spcBef>
            <a:spcAft>
              <a:spcPct val="35000"/>
            </a:spcAft>
          </a:pPr>
          <a:r>
            <a:rPr lang="en-ZA" sz="1700" kern="1200" dirty="0"/>
            <a:t>Am</a:t>
          </a:r>
          <a:r>
            <a:rPr lang="en-US" sz="1700" kern="1200" dirty="0"/>
            <a:t>azon S3 – Hosts static website content</a:t>
          </a:r>
        </a:p>
      </dsp:txBody>
      <dsp:txXfrm>
        <a:off x="569079" y="2427788"/>
        <a:ext cx="2072362" cy="720000"/>
      </dsp:txXfrm>
    </dsp:sp>
    <dsp:sp modelId="{C56B78A2-03D5-4BB3-81FA-1357E4574D6E}">
      <dsp:nvSpPr>
        <dsp:cNvPr id="0" name=""/>
        <dsp:cNvSpPr/>
      </dsp:nvSpPr>
      <dsp:spPr>
        <a:xfrm>
          <a:off x="3574005" y="1203549"/>
          <a:ext cx="932563" cy="93256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8817AE7-DCF3-4C3A-92E8-D3136BB7AFD9}">
      <dsp:nvSpPr>
        <dsp:cNvPr id="0" name=""/>
        <dsp:cNvSpPr/>
      </dsp:nvSpPr>
      <dsp:spPr>
        <a:xfrm>
          <a:off x="3004105"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lvl="0" algn="ctr" defTabSz="755650">
            <a:lnSpc>
              <a:spcPct val="90000"/>
            </a:lnSpc>
            <a:spcBef>
              <a:spcPct val="0"/>
            </a:spcBef>
            <a:spcAft>
              <a:spcPct val="35000"/>
            </a:spcAft>
          </a:pPr>
          <a:r>
            <a:rPr lang="en-US" sz="1700" kern="1200" dirty="0"/>
            <a:t>Amazon Route 53 – Domain management</a:t>
          </a:r>
        </a:p>
      </dsp:txBody>
      <dsp:txXfrm>
        <a:off x="3004105" y="2427788"/>
        <a:ext cx="2072362" cy="720000"/>
      </dsp:txXfrm>
    </dsp:sp>
    <dsp:sp modelId="{F567E015-D4C5-46A2-AF8B-2ABE53B3EC88}">
      <dsp:nvSpPr>
        <dsp:cNvPr id="0" name=""/>
        <dsp:cNvSpPr/>
      </dsp:nvSpPr>
      <dsp:spPr>
        <a:xfrm>
          <a:off x="6009031" y="1203549"/>
          <a:ext cx="932563" cy="93256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750686A-EED2-46A0-8ECF-C2B6E5DBF256}">
      <dsp:nvSpPr>
        <dsp:cNvPr id="0" name=""/>
        <dsp:cNvSpPr/>
      </dsp:nvSpPr>
      <dsp:spPr>
        <a:xfrm>
          <a:off x="5439131"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lvl="0" algn="ctr" defTabSz="755650">
            <a:lnSpc>
              <a:spcPct val="90000"/>
            </a:lnSpc>
            <a:spcBef>
              <a:spcPct val="0"/>
            </a:spcBef>
            <a:spcAft>
              <a:spcPct val="35000"/>
            </a:spcAft>
          </a:pPr>
          <a:r>
            <a:rPr lang="en-US" sz="1700" kern="1200" dirty="0"/>
            <a:t>Amazon CloudFront – Speeds up delivery through CDN</a:t>
          </a:r>
        </a:p>
      </dsp:txBody>
      <dsp:txXfrm>
        <a:off x="5439131" y="2427788"/>
        <a:ext cx="2072362" cy="720000"/>
      </dsp:txXfrm>
    </dsp:sp>
    <dsp:sp modelId="{C6450BF8-57A0-4CC0-A79A-33340BE47D04}">
      <dsp:nvSpPr>
        <dsp:cNvPr id="0" name=""/>
        <dsp:cNvSpPr/>
      </dsp:nvSpPr>
      <dsp:spPr>
        <a:xfrm>
          <a:off x="8444057" y="1203549"/>
          <a:ext cx="932563" cy="93256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95104FF-D974-45AA-90C2-E0B7D16BF48B}">
      <dsp:nvSpPr>
        <dsp:cNvPr id="0" name=""/>
        <dsp:cNvSpPr/>
      </dsp:nvSpPr>
      <dsp:spPr>
        <a:xfrm>
          <a:off x="7874157"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lvl="0" algn="ctr" defTabSz="755650">
            <a:lnSpc>
              <a:spcPct val="90000"/>
            </a:lnSpc>
            <a:spcBef>
              <a:spcPct val="0"/>
            </a:spcBef>
            <a:spcAft>
              <a:spcPct val="35000"/>
            </a:spcAft>
          </a:pPr>
          <a:r>
            <a:rPr lang="en-US" sz="1700" kern="1200" dirty="0"/>
            <a:t>IAM – Controls access and security</a:t>
          </a:r>
          <a:r>
            <a:rPr lang="en-GB" sz="1700" kern="1200" dirty="0"/>
            <a:t> </a:t>
          </a:r>
          <a:endParaRPr lang="en-US" sz="1700" kern="1200" dirty="0"/>
        </a:p>
      </dsp:txBody>
      <dsp:txXfrm>
        <a:off x="7874157" y="2427788"/>
        <a:ext cx="2072362"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7F48F0-C383-4068-8BC1-3A5DE48F77EE}" type="datetimeFigureOut">
              <a:rPr lang="en-ZA" smtClean="0"/>
              <a:t>2025/11/12</a:t>
            </a:fld>
            <a:endParaRPr lang="en-ZA"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39E643-12BA-486E-944A-8780D30CED36}" type="slidenum">
              <a:rPr lang="en-ZA" smtClean="0"/>
              <a:t>‹#›</a:t>
            </a:fld>
            <a:endParaRPr lang="en-ZA" dirty="0"/>
          </a:p>
        </p:txBody>
      </p:sp>
    </p:spTree>
    <p:extLst>
      <p:ext uri="{BB962C8B-B14F-4D97-AF65-F5344CB8AC3E}">
        <p14:creationId xmlns:p14="http://schemas.microsoft.com/office/powerpoint/2010/main" val="3260953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dirty="0"/>
          </a:p>
        </p:txBody>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F139E643-12BA-486E-944A-8780D30CED36}" type="slidenum">
              <a:rPr lang="en-ZA" smtClean="0"/>
              <a:t>3</a:t>
            </a:fld>
            <a:endParaRPr lang="en-ZA" dirty="0"/>
          </a:p>
        </p:txBody>
      </p:sp>
    </p:spTree>
    <p:extLst>
      <p:ext uri="{BB962C8B-B14F-4D97-AF65-F5344CB8AC3E}">
        <p14:creationId xmlns:p14="http://schemas.microsoft.com/office/powerpoint/2010/main" val="35281225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dirty="0"/>
          </a:p>
        </p:txBody>
      </p:sp>
      <p:sp>
        <p:nvSpPr>
          <p:cNvPr id="3" name="Notes Placeholder 2"/>
          <p:cNvSpPr>
            <a:spLocks noGrp="1"/>
          </p:cNvSpPr>
          <p:nvPr>
            <p:ph type="body" idx="1"/>
          </p:nvPr>
        </p:nvSpPr>
        <p:spPr/>
        <p:txBody>
          <a:bodyPr/>
          <a:lstStyle/>
          <a:p>
            <a:pPr marL="228600" indent="-228600">
              <a:buAutoNum type="arabicPeriod"/>
            </a:pPr>
            <a:r>
              <a:rPr lang="en-GB" dirty="0"/>
              <a:t>Lost Revenue</a:t>
            </a:r>
          </a:p>
          <a:p>
            <a:pPr marL="0" indent="0">
              <a:buNone/>
            </a:pPr>
            <a:r>
              <a:rPr lang="en-ZA" dirty="0"/>
              <a:t>Customers turn to competitors with better online booking systems.</a:t>
            </a:r>
          </a:p>
        </p:txBody>
      </p:sp>
      <p:sp>
        <p:nvSpPr>
          <p:cNvPr id="4" name="Slide Number Placeholder 3"/>
          <p:cNvSpPr>
            <a:spLocks noGrp="1"/>
          </p:cNvSpPr>
          <p:nvPr>
            <p:ph type="sldNum" sz="quarter" idx="5"/>
          </p:nvPr>
        </p:nvSpPr>
        <p:spPr/>
        <p:txBody>
          <a:bodyPr/>
          <a:lstStyle/>
          <a:p>
            <a:fld id="{F139E643-12BA-486E-944A-8780D30CED36}" type="slidenum">
              <a:rPr lang="en-ZA" smtClean="0"/>
              <a:t>4</a:t>
            </a:fld>
            <a:endParaRPr lang="en-ZA" dirty="0"/>
          </a:p>
        </p:txBody>
      </p:sp>
    </p:spTree>
    <p:extLst>
      <p:ext uri="{BB962C8B-B14F-4D97-AF65-F5344CB8AC3E}">
        <p14:creationId xmlns:p14="http://schemas.microsoft.com/office/powerpoint/2010/main" val="27498472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39E643-12BA-486E-944A-8780D30CED36}" type="slidenum">
              <a:rPr lang="en-ZA" smtClean="0"/>
              <a:t>5</a:t>
            </a:fld>
            <a:endParaRPr lang="en-ZA" dirty="0"/>
          </a:p>
        </p:txBody>
      </p:sp>
    </p:spTree>
    <p:extLst>
      <p:ext uri="{BB962C8B-B14F-4D97-AF65-F5344CB8AC3E}">
        <p14:creationId xmlns:p14="http://schemas.microsoft.com/office/powerpoint/2010/main" val="9772057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dirty="0"/>
          </a:p>
        </p:txBody>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F139E643-12BA-486E-944A-8780D30CED36}" type="slidenum">
              <a:rPr lang="en-ZA" smtClean="0"/>
              <a:t>6</a:t>
            </a:fld>
            <a:endParaRPr lang="en-ZA" dirty="0"/>
          </a:p>
        </p:txBody>
      </p:sp>
    </p:spTree>
    <p:extLst>
      <p:ext uri="{BB962C8B-B14F-4D97-AF65-F5344CB8AC3E}">
        <p14:creationId xmlns:p14="http://schemas.microsoft.com/office/powerpoint/2010/main" val="7257705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dirty="0"/>
          </a:p>
        </p:txBody>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F139E643-12BA-486E-944A-8780D30CED36}" type="slidenum">
              <a:rPr lang="en-ZA" smtClean="0"/>
              <a:t>10</a:t>
            </a:fld>
            <a:endParaRPr lang="en-ZA" dirty="0"/>
          </a:p>
        </p:txBody>
      </p:sp>
    </p:spTree>
    <p:extLst>
      <p:ext uri="{BB962C8B-B14F-4D97-AF65-F5344CB8AC3E}">
        <p14:creationId xmlns:p14="http://schemas.microsoft.com/office/powerpoint/2010/main" val="9026699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dirty="0"/>
          </a:p>
        </p:txBody>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F139E643-12BA-486E-944A-8780D30CED36}" type="slidenum">
              <a:rPr lang="en-ZA" smtClean="0"/>
              <a:t>12</a:t>
            </a:fld>
            <a:endParaRPr lang="en-ZA" dirty="0"/>
          </a:p>
        </p:txBody>
      </p:sp>
    </p:spTree>
    <p:extLst>
      <p:ext uri="{BB962C8B-B14F-4D97-AF65-F5344CB8AC3E}">
        <p14:creationId xmlns:p14="http://schemas.microsoft.com/office/powerpoint/2010/main" val="29789691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17848-75B9-CAB6-F2B8-0D634282EB8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ZA"/>
          </a:p>
        </p:txBody>
      </p:sp>
      <p:sp>
        <p:nvSpPr>
          <p:cNvPr id="3" name="Subtitle 2">
            <a:extLst>
              <a:ext uri="{FF2B5EF4-FFF2-40B4-BE49-F238E27FC236}">
                <a16:creationId xmlns:a16="http://schemas.microsoft.com/office/drawing/2014/main" id="{C71AD2A4-BB0A-0866-621F-4946D62EB3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ZA"/>
          </a:p>
        </p:txBody>
      </p:sp>
      <p:sp>
        <p:nvSpPr>
          <p:cNvPr id="4" name="Date Placeholder 3">
            <a:extLst>
              <a:ext uri="{FF2B5EF4-FFF2-40B4-BE49-F238E27FC236}">
                <a16:creationId xmlns:a16="http://schemas.microsoft.com/office/drawing/2014/main" id="{9B614677-8D1D-7BA0-0BFC-479F776CB0E7}"/>
              </a:ext>
            </a:extLst>
          </p:cNvPr>
          <p:cNvSpPr>
            <a:spLocks noGrp="1"/>
          </p:cNvSpPr>
          <p:nvPr>
            <p:ph type="dt" sz="half" idx="10"/>
          </p:nvPr>
        </p:nvSpPr>
        <p:spPr/>
        <p:txBody>
          <a:bodyPr/>
          <a:lstStyle/>
          <a:p>
            <a:fld id="{C186CF95-D534-4412-B081-2A444DFD52D3}" type="datetimeFigureOut">
              <a:rPr lang="en-ZA" smtClean="0"/>
              <a:t>2025/11/12</a:t>
            </a:fld>
            <a:endParaRPr lang="en-ZA" dirty="0"/>
          </a:p>
        </p:txBody>
      </p:sp>
      <p:sp>
        <p:nvSpPr>
          <p:cNvPr id="5" name="Footer Placeholder 4">
            <a:extLst>
              <a:ext uri="{FF2B5EF4-FFF2-40B4-BE49-F238E27FC236}">
                <a16:creationId xmlns:a16="http://schemas.microsoft.com/office/drawing/2014/main" id="{B7D02B16-FB3A-25A0-1362-B12ED84C6251}"/>
              </a:ext>
            </a:extLst>
          </p:cNvPr>
          <p:cNvSpPr>
            <a:spLocks noGrp="1"/>
          </p:cNvSpPr>
          <p:nvPr>
            <p:ph type="ftr" sz="quarter" idx="11"/>
          </p:nvPr>
        </p:nvSpPr>
        <p:spPr/>
        <p:txBody>
          <a:bodyPr/>
          <a:lstStyle/>
          <a:p>
            <a:endParaRPr lang="en-ZA" dirty="0"/>
          </a:p>
        </p:txBody>
      </p:sp>
      <p:sp>
        <p:nvSpPr>
          <p:cNvPr id="6" name="Slide Number Placeholder 5">
            <a:extLst>
              <a:ext uri="{FF2B5EF4-FFF2-40B4-BE49-F238E27FC236}">
                <a16:creationId xmlns:a16="http://schemas.microsoft.com/office/drawing/2014/main" id="{BF4151B7-C647-666E-61EC-14A15D250BD6}"/>
              </a:ext>
            </a:extLst>
          </p:cNvPr>
          <p:cNvSpPr>
            <a:spLocks noGrp="1"/>
          </p:cNvSpPr>
          <p:nvPr>
            <p:ph type="sldNum" sz="quarter" idx="12"/>
          </p:nvPr>
        </p:nvSpPr>
        <p:spPr/>
        <p:txBody>
          <a:bodyPr/>
          <a:lstStyle/>
          <a:p>
            <a:fld id="{1BFFBD0A-B5BC-4DE8-93DD-8953BFECE69C}" type="slidenum">
              <a:rPr lang="en-ZA" smtClean="0"/>
              <a:t>‹#›</a:t>
            </a:fld>
            <a:endParaRPr lang="en-ZA" dirty="0"/>
          </a:p>
        </p:txBody>
      </p:sp>
    </p:spTree>
    <p:extLst>
      <p:ext uri="{BB962C8B-B14F-4D97-AF65-F5344CB8AC3E}">
        <p14:creationId xmlns:p14="http://schemas.microsoft.com/office/powerpoint/2010/main" val="25159772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5286A-0216-9980-BBDA-4CA0E8517BF5}"/>
              </a:ext>
            </a:extLst>
          </p:cNvPr>
          <p:cNvSpPr>
            <a:spLocks noGrp="1"/>
          </p:cNvSpPr>
          <p:nvPr>
            <p:ph type="title"/>
          </p:nvPr>
        </p:nvSpPr>
        <p:spPr/>
        <p:txBody>
          <a:bodyPr/>
          <a:lstStyle/>
          <a:p>
            <a:r>
              <a:rPr lang="en-GB"/>
              <a:t>Click to edit Master title style</a:t>
            </a:r>
            <a:endParaRPr lang="en-ZA"/>
          </a:p>
        </p:txBody>
      </p:sp>
      <p:sp>
        <p:nvSpPr>
          <p:cNvPr id="3" name="Content Placeholder 2">
            <a:extLst>
              <a:ext uri="{FF2B5EF4-FFF2-40B4-BE49-F238E27FC236}">
                <a16:creationId xmlns:a16="http://schemas.microsoft.com/office/drawing/2014/main" id="{2E64C791-3B48-FA98-6823-753CB41BAA7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ZA"/>
          </a:p>
        </p:txBody>
      </p:sp>
      <p:sp>
        <p:nvSpPr>
          <p:cNvPr id="4" name="Date Placeholder 3">
            <a:extLst>
              <a:ext uri="{FF2B5EF4-FFF2-40B4-BE49-F238E27FC236}">
                <a16:creationId xmlns:a16="http://schemas.microsoft.com/office/drawing/2014/main" id="{8D7618FD-6A28-5985-FF3C-AB2B387D36AE}"/>
              </a:ext>
            </a:extLst>
          </p:cNvPr>
          <p:cNvSpPr>
            <a:spLocks noGrp="1"/>
          </p:cNvSpPr>
          <p:nvPr>
            <p:ph type="dt" sz="half" idx="10"/>
          </p:nvPr>
        </p:nvSpPr>
        <p:spPr/>
        <p:txBody>
          <a:bodyPr/>
          <a:lstStyle/>
          <a:p>
            <a:fld id="{C186CF95-D534-4412-B081-2A444DFD52D3}" type="datetimeFigureOut">
              <a:rPr lang="en-ZA" smtClean="0"/>
              <a:t>2025/11/12</a:t>
            </a:fld>
            <a:endParaRPr lang="en-ZA" dirty="0"/>
          </a:p>
        </p:txBody>
      </p:sp>
      <p:sp>
        <p:nvSpPr>
          <p:cNvPr id="5" name="Footer Placeholder 4">
            <a:extLst>
              <a:ext uri="{FF2B5EF4-FFF2-40B4-BE49-F238E27FC236}">
                <a16:creationId xmlns:a16="http://schemas.microsoft.com/office/drawing/2014/main" id="{A938B517-1F67-3013-7BB1-3A10E5238212}"/>
              </a:ext>
            </a:extLst>
          </p:cNvPr>
          <p:cNvSpPr>
            <a:spLocks noGrp="1"/>
          </p:cNvSpPr>
          <p:nvPr>
            <p:ph type="ftr" sz="quarter" idx="11"/>
          </p:nvPr>
        </p:nvSpPr>
        <p:spPr/>
        <p:txBody>
          <a:bodyPr/>
          <a:lstStyle/>
          <a:p>
            <a:endParaRPr lang="en-ZA" dirty="0"/>
          </a:p>
        </p:txBody>
      </p:sp>
      <p:sp>
        <p:nvSpPr>
          <p:cNvPr id="6" name="Slide Number Placeholder 5">
            <a:extLst>
              <a:ext uri="{FF2B5EF4-FFF2-40B4-BE49-F238E27FC236}">
                <a16:creationId xmlns:a16="http://schemas.microsoft.com/office/drawing/2014/main" id="{F5F7DC65-D839-75B1-9E21-74E2C9874046}"/>
              </a:ext>
            </a:extLst>
          </p:cNvPr>
          <p:cNvSpPr>
            <a:spLocks noGrp="1"/>
          </p:cNvSpPr>
          <p:nvPr>
            <p:ph type="sldNum" sz="quarter" idx="12"/>
          </p:nvPr>
        </p:nvSpPr>
        <p:spPr/>
        <p:txBody>
          <a:bodyPr/>
          <a:lstStyle/>
          <a:p>
            <a:fld id="{1BFFBD0A-B5BC-4DE8-93DD-8953BFECE69C}" type="slidenum">
              <a:rPr lang="en-ZA" smtClean="0"/>
              <a:t>‹#›</a:t>
            </a:fld>
            <a:endParaRPr lang="en-ZA" dirty="0"/>
          </a:p>
        </p:txBody>
      </p:sp>
    </p:spTree>
    <p:extLst>
      <p:ext uri="{BB962C8B-B14F-4D97-AF65-F5344CB8AC3E}">
        <p14:creationId xmlns:p14="http://schemas.microsoft.com/office/powerpoint/2010/main" val="36843332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F36FB-377F-EE99-9D49-DA7E198EB71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ZA"/>
          </a:p>
        </p:txBody>
      </p:sp>
      <p:sp>
        <p:nvSpPr>
          <p:cNvPr id="3" name="Text Placeholder 2">
            <a:extLst>
              <a:ext uri="{FF2B5EF4-FFF2-40B4-BE49-F238E27FC236}">
                <a16:creationId xmlns:a16="http://schemas.microsoft.com/office/drawing/2014/main" id="{1809CAEB-F91A-987C-6F5F-7823F92E129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A9FF0BF-8654-1664-D63B-AE2D73D71576}"/>
              </a:ext>
            </a:extLst>
          </p:cNvPr>
          <p:cNvSpPr>
            <a:spLocks noGrp="1"/>
          </p:cNvSpPr>
          <p:nvPr>
            <p:ph type="dt" sz="half" idx="10"/>
          </p:nvPr>
        </p:nvSpPr>
        <p:spPr/>
        <p:txBody>
          <a:bodyPr/>
          <a:lstStyle/>
          <a:p>
            <a:fld id="{C186CF95-D534-4412-B081-2A444DFD52D3}" type="datetimeFigureOut">
              <a:rPr lang="en-ZA" smtClean="0"/>
              <a:t>2025/11/12</a:t>
            </a:fld>
            <a:endParaRPr lang="en-ZA" dirty="0"/>
          </a:p>
        </p:txBody>
      </p:sp>
      <p:sp>
        <p:nvSpPr>
          <p:cNvPr id="5" name="Footer Placeholder 4">
            <a:extLst>
              <a:ext uri="{FF2B5EF4-FFF2-40B4-BE49-F238E27FC236}">
                <a16:creationId xmlns:a16="http://schemas.microsoft.com/office/drawing/2014/main" id="{E31DEB15-86A8-D4DE-77D5-4DDAEAA84379}"/>
              </a:ext>
            </a:extLst>
          </p:cNvPr>
          <p:cNvSpPr>
            <a:spLocks noGrp="1"/>
          </p:cNvSpPr>
          <p:nvPr>
            <p:ph type="ftr" sz="quarter" idx="11"/>
          </p:nvPr>
        </p:nvSpPr>
        <p:spPr/>
        <p:txBody>
          <a:bodyPr/>
          <a:lstStyle/>
          <a:p>
            <a:endParaRPr lang="en-ZA" dirty="0"/>
          </a:p>
        </p:txBody>
      </p:sp>
      <p:sp>
        <p:nvSpPr>
          <p:cNvPr id="6" name="Slide Number Placeholder 5">
            <a:extLst>
              <a:ext uri="{FF2B5EF4-FFF2-40B4-BE49-F238E27FC236}">
                <a16:creationId xmlns:a16="http://schemas.microsoft.com/office/drawing/2014/main" id="{A323336C-5324-8969-ECE8-9FE4ADB30E71}"/>
              </a:ext>
            </a:extLst>
          </p:cNvPr>
          <p:cNvSpPr>
            <a:spLocks noGrp="1"/>
          </p:cNvSpPr>
          <p:nvPr>
            <p:ph type="sldNum" sz="quarter" idx="12"/>
          </p:nvPr>
        </p:nvSpPr>
        <p:spPr/>
        <p:txBody>
          <a:bodyPr/>
          <a:lstStyle/>
          <a:p>
            <a:fld id="{1BFFBD0A-B5BC-4DE8-93DD-8953BFECE69C}" type="slidenum">
              <a:rPr lang="en-ZA" smtClean="0"/>
              <a:t>‹#›</a:t>
            </a:fld>
            <a:endParaRPr lang="en-ZA" dirty="0"/>
          </a:p>
        </p:txBody>
      </p:sp>
    </p:spTree>
    <p:extLst>
      <p:ext uri="{BB962C8B-B14F-4D97-AF65-F5344CB8AC3E}">
        <p14:creationId xmlns:p14="http://schemas.microsoft.com/office/powerpoint/2010/main" val="29700974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CC747-217D-7621-AD26-7E3D10DB2F54}"/>
              </a:ext>
            </a:extLst>
          </p:cNvPr>
          <p:cNvSpPr>
            <a:spLocks noGrp="1"/>
          </p:cNvSpPr>
          <p:nvPr>
            <p:ph type="title"/>
          </p:nvPr>
        </p:nvSpPr>
        <p:spPr/>
        <p:txBody>
          <a:bodyPr/>
          <a:lstStyle/>
          <a:p>
            <a:r>
              <a:rPr lang="en-GB"/>
              <a:t>Click to edit Master title style</a:t>
            </a:r>
            <a:endParaRPr lang="en-ZA"/>
          </a:p>
        </p:txBody>
      </p:sp>
      <p:sp>
        <p:nvSpPr>
          <p:cNvPr id="3" name="Content Placeholder 2">
            <a:extLst>
              <a:ext uri="{FF2B5EF4-FFF2-40B4-BE49-F238E27FC236}">
                <a16:creationId xmlns:a16="http://schemas.microsoft.com/office/drawing/2014/main" id="{B6700130-385B-9B3C-853D-CEEC2C2A69A2}"/>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ZA"/>
          </a:p>
        </p:txBody>
      </p:sp>
      <p:sp>
        <p:nvSpPr>
          <p:cNvPr id="4" name="Content Placeholder 3">
            <a:extLst>
              <a:ext uri="{FF2B5EF4-FFF2-40B4-BE49-F238E27FC236}">
                <a16:creationId xmlns:a16="http://schemas.microsoft.com/office/drawing/2014/main" id="{D1FF48BD-8785-81C5-8E07-8D22FD22813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ZA"/>
          </a:p>
        </p:txBody>
      </p:sp>
      <p:sp>
        <p:nvSpPr>
          <p:cNvPr id="5" name="Date Placeholder 4">
            <a:extLst>
              <a:ext uri="{FF2B5EF4-FFF2-40B4-BE49-F238E27FC236}">
                <a16:creationId xmlns:a16="http://schemas.microsoft.com/office/drawing/2014/main" id="{79E25E64-7E9C-278A-1A38-02EBA43E0F98}"/>
              </a:ext>
            </a:extLst>
          </p:cNvPr>
          <p:cNvSpPr>
            <a:spLocks noGrp="1"/>
          </p:cNvSpPr>
          <p:nvPr>
            <p:ph type="dt" sz="half" idx="10"/>
          </p:nvPr>
        </p:nvSpPr>
        <p:spPr/>
        <p:txBody>
          <a:bodyPr/>
          <a:lstStyle/>
          <a:p>
            <a:fld id="{C186CF95-D534-4412-B081-2A444DFD52D3}" type="datetimeFigureOut">
              <a:rPr lang="en-ZA" smtClean="0"/>
              <a:t>2025/11/12</a:t>
            </a:fld>
            <a:endParaRPr lang="en-ZA" dirty="0"/>
          </a:p>
        </p:txBody>
      </p:sp>
      <p:sp>
        <p:nvSpPr>
          <p:cNvPr id="6" name="Footer Placeholder 5">
            <a:extLst>
              <a:ext uri="{FF2B5EF4-FFF2-40B4-BE49-F238E27FC236}">
                <a16:creationId xmlns:a16="http://schemas.microsoft.com/office/drawing/2014/main" id="{A433B8BA-10FE-AF0E-8C22-64D240F8B443}"/>
              </a:ext>
            </a:extLst>
          </p:cNvPr>
          <p:cNvSpPr>
            <a:spLocks noGrp="1"/>
          </p:cNvSpPr>
          <p:nvPr>
            <p:ph type="ftr" sz="quarter" idx="11"/>
          </p:nvPr>
        </p:nvSpPr>
        <p:spPr/>
        <p:txBody>
          <a:bodyPr/>
          <a:lstStyle/>
          <a:p>
            <a:endParaRPr lang="en-ZA" dirty="0"/>
          </a:p>
        </p:txBody>
      </p:sp>
      <p:sp>
        <p:nvSpPr>
          <p:cNvPr id="7" name="Slide Number Placeholder 6">
            <a:extLst>
              <a:ext uri="{FF2B5EF4-FFF2-40B4-BE49-F238E27FC236}">
                <a16:creationId xmlns:a16="http://schemas.microsoft.com/office/drawing/2014/main" id="{ABAB6353-A987-483B-E89C-D03A211FC226}"/>
              </a:ext>
            </a:extLst>
          </p:cNvPr>
          <p:cNvSpPr>
            <a:spLocks noGrp="1"/>
          </p:cNvSpPr>
          <p:nvPr>
            <p:ph type="sldNum" sz="quarter" idx="12"/>
          </p:nvPr>
        </p:nvSpPr>
        <p:spPr/>
        <p:txBody>
          <a:bodyPr/>
          <a:lstStyle/>
          <a:p>
            <a:fld id="{1BFFBD0A-B5BC-4DE8-93DD-8953BFECE69C}" type="slidenum">
              <a:rPr lang="en-ZA" smtClean="0"/>
              <a:t>‹#›</a:t>
            </a:fld>
            <a:endParaRPr lang="en-ZA" dirty="0"/>
          </a:p>
        </p:txBody>
      </p:sp>
    </p:spTree>
    <p:extLst>
      <p:ext uri="{BB962C8B-B14F-4D97-AF65-F5344CB8AC3E}">
        <p14:creationId xmlns:p14="http://schemas.microsoft.com/office/powerpoint/2010/main" val="26617221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220A9-7CD8-68CD-87A2-2BA75EE4198E}"/>
              </a:ext>
            </a:extLst>
          </p:cNvPr>
          <p:cNvSpPr>
            <a:spLocks noGrp="1"/>
          </p:cNvSpPr>
          <p:nvPr>
            <p:ph type="title"/>
          </p:nvPr>
        </p:nvSpPr>
        <p:spPr>
          <a:xfrm>
            <a:off x="839788" y="365125"/>
            <a:ext cx="10515600" cy="1325563"/>
          </a:xfrm>
        </p:spPr>
        <p:txBody>
          <a:bodyPr/>
          <a:lstStyle/>
          <a:p>
            <a:r>
              <a:rPr lang="en-GB"/>
              <a:t>Click to edit Master title style</a:t>
            </a:r>
            <a:endParaRPr lang="en-ZA"/>
          </a:p>
        </p:txBody>
      </p:sp>
      <p:sp>
        <p:nvSpPr>
          <p:cNvPr id="3" name="Text Placeholder 2">
            <a:extLst>
              <a:ext uri="{FF2B5EF4-FFF2-40B4-BE49-F238E27FC236}">
                <a16:creationId xmlns:a16="http://schemas.microsoft.com/office/drawing/2014/main" id="{9559DCE5-9B3C-91AB-9AD4-EB21A335F4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2A49C9D-2785-F310-CF0D-67CCC91A1D1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ZA"/>
          </a:p>
        </p:txBody>
      </p:sp>
      <p:sp>
        <p:nvSpPr>
          <p:cNvPr id="5" name="Text Placeholder 4">
            <a:extLst>
              <a:ext uri="{FF2B5EF4-FFF2-40B4-BE49-F238E27FC236}">
                <a16:creationId xmlns:a16="http://schemas.microsoft.com/office/drawing/2014/main" id="{EDD218CF-CE77-12EC-D0DA-70F03F3454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6A7316E-17A6-D58F-3705-B26EAED947C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ZA"/>
          </a:p>
        </p:txBody>
      </p:sp>
      <p:sp>
        <p:nvSpPr>
          <p:cNvPr id="7" name="Date Placeholder 6">
            <a:extLst>
              <a:ext uri="{FF2B5EF4-FFF2-40B4-BE49-F238E27FC236}">
                <a16:creationId xmlns:a16="http://schemas.microsoft.com/office/drawing/2014/main" id="{D119548C-16B2-139F-6673-FCF45876D2BE}"/>
              </a:ext>
            </a:extLst>
          </p:cNvPr>
          <p:cNvSpPr>
            <a:spLocks noGrp="1"/>
          </p:cNvSpPr>
          <p:nvPr>
            <p:ph type="dt" sz="half" idx="10"/>
          </p:nvPr>
        </p:nvSpPr>
        <p:spPr/>
        <p:txBody>
          <a:bodyPr/>
          <a:lstStyle/>
          <a:p>
            <a:fld id="{C186CF95-D534-4412-B081-2A444DFD52D3}" type="datetimeFigureOut">
              <a:rPr lang="en-ZA" smtClean="0"/>
              <a:t>2025/11/12</a:t>
            </a:fld>
            <a:endParaRPr lang="en-ZA" dirty="0"/>
          </a:p>
        </p:txBody>
      </p:sp>
      <p:sp>
        <p:nvSpPr>
          <p:cNvPr id="8" name="Footer Placeholder 7">
            <a:extLst>
              <a:ext uri="{FF2B5EF4-FFF2-40B4-BE49-F238E27FC236}">
                <a16:creationId xmlns:a16="http://schemas.microsoft.com/office/drawing/2014/main" id="{92BDFA9C-75F7-6D03-8A4F-9455AFCDC76C}"/>
              </a:ext>
            </a:extLst>
          </p:cNvPr>
          <p:cNvSpPr>
            <a:spLocks noGrp="1"/>
          </p:cNvSpPr>
          <p:nvPr>
            <p:ph type="ftr" sz="quarter" idx="11"/>
          </p:nvPr>
        </p:nvSpPr>
        <p:spPr/>
        <p:txBody>
          <a:bodyPr/>
          <a:lstStyle/>
          <a:p>
            <a:endParaRPr lang="en-ZA" dirty="0"/>
          </a:p>
        </p:txBody>
      </p:sp>
      <p:sp>
        <p:nvSpPr>
          <p:cNvPr id="9" name="Slide Number Placeholder 8">
            <a:extLst>
              <a:ext uri="{FF2B5EF4-FFF2-40B4-BE49-F238E27FC236}">
                <a16:creationId xmlns:a16="http://schemas.microsoft.com/office/drawing/2014/main" id="{5F8DB95A-EE99-5401-9F82-EFBCA7ACE117}"/>
              </a:ext>
            </a:extLst>
          </p:cNvPr>
          <p:cNvSpPr>
            <a:spLocks noGrp="1"/>
          </p:cNvSpPr>
          <p:nvPr>
            <p:ph type="sldNum" sz="quarter" idx="12"/>
          </p:nvPr>
        </p:nvSpPr>
        <p:spPr/>
        <p:txBody>
          <a:bodyPr/>
          <a:lstStyle/>
          <a:p>
            <a:fld id="{1BFFBD0A-B5BC-4DE8-93DD-8953BFECE69C}" type="slidenum">
              <a:rPr lang="en-ZA" smtClean="0"/>
              <a:t>‹#›</a:t>
            </a:fld>
            <a:endParaRPr lang="en-ZA" dirty="0"/>
          </a:p>
        </p:txBody>
      </p:sp>
    </p:spTree>
    <p:extLst>
      <p:ext uri="{BB962C8B-B14F-4D97-AF65-F5344CB8AC3E}">
        <p14:creationId xmlns:p14="http://schemas.microsoft.com/office/powerpoint/2010/main" val="16437706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7009E-A566-84E1-7D84-6D70F6546CBF}"/>
              </a:ext>
            </a:extLst>
          </p:cNvPr>
          <p:cNvSpPr>
            <a:spLocks noGrp="1"/>
          </p:cNvSpPr>
          <p:nvPr>
            <p:ph type="title"/>
          </p:nvPr>
        </p:nvSpPr>
        <p:spPr/>
        <p:txBody>
          <a:bodyPr/>
          <a:lstStyle/>
          <a:p>
            <a:r>
              <a:rPr lang="en-GB"/>
              <a:t>Click to edit Master title style</a:t>
            </a:r>
            <a:endParaRPr lang="en-ZA"/>
          </a:p>
        </p:txBody>
      </p:sp>
      <p:sp>
        <p:nvSpPr>
          <p:cNvPr id="3" name="Date Placeholder 2">
            <a:extLst>
              <a:ext uri="{FF2B5EF4-FFF2-40B4-BE49-F238E27FC236}">
                <a16:creationId xmlns:a16="http://schemas.microsoft.com/office/drawing/2014/main" id="{AACEC3FF-58E0-6D6F-E466-E1AD33B9A4EB}"/>
              </a:ext>
            </a:extLst>
          </p:cNvPr>
          <p:cNvSpPr>
            <a:spLocks noGrp="1"/>
          </p:cNvSpPr>
          <p:nvPr>
            <p:ph type="dt" sz="half" idx="10"/>
          </p:nvPr>
        </p:nvSpPr>
        <p:spPr/>
        <p:txBody>
          <a:bodyPr/>
          <a:lstStyle/>
          <a:p>
            <a:fld id="{C186CF95-D534-4412-B081-2A444DFD52D3}" type="datetimeFigureOut">
              <a:rPr lang="en-ZA" smtClean="0"/>
              <a:t>2025/11/12</a:t>
            </a:fld>
            <a:endParaRPr lang="en-ZA" dirty="0"/>
          </a:p>
        </p:txBody>
      </p:sp>
      <p:sp>
        <p:nvSpPr>
          <p:cNvPr id="4" name="Footer Placeholder 3">
            <a:extLst>
              <a:ext uri="{FF2B5EF4-FFF2-40B4-BE49-F238E27FC236}">
                <a16:creationId xmlns:a16="http://schemas.microsoft.com/office/drawing/2014/main" id="{444FE34A-B47B-0B5D-D7E4-E9C70C878ACC}"/>
              </a:ext>
            </a:extLst>
          </p:cNvPr>
          <p:cNvSpPr>
            <a:spLocks noGrp="1"/>
          </p:cNvSpPr>
          <p:nvPr>
            <p:ph type="ftr" sz="quarter" idx="11"/>
          </p:nvPr>
        </p:nvSpPr>
        <p:spPr/>
        <p:txBody>
          <a:bodyPr/>
          <a:lstStyle/>
          <a:p>
            <a:endParaRPr lang="en-ZA" dirty="0"/>
          </a:p>
        </p:txBody>
      </p:sp>
      <p:sp>
        <p:nvSpPr>
          <p:cNvPr id="5" name="Slide Number Placeholder 4">
            <a:extLst>
              <a:ext uri="{FF2B5EF4-FFF2-40B4-BE49-F238E27FC236}">
                <a16:creationId xmlns:a16="http://schemas.microsoft.com/office/drawing/2014/main" id="{553A937B-0C2C-0716-599F-4FDCB16F0FEC}"/>
              </a:ext>
            </a:extLst>
          </p:cNvPr>
          <p:cNvSpPr>
            <a:spLocks noGrp="1"/>
          </p:cNvSpPr>
          <p:nvPr>
            <p:ph type="sldNum" sz="quarter" idx="12"/>
          </p:nvPr>
        </p:nvSpPr>
        <p:spPr/>
        <p:txBody>
          <a:bodyPr/>
          <a:lstStyle/>
          <a:p>
            <a:fld id="{1BFFBD0A-B5BC-4DE8-93DD-8953BFECE69C}" type="slidenum">
              <a:rPr lang="en-ZA" smtClean="0"/>
              <a:t>‹#›</a:t>
            </a:fld>
            <a:endParaRPr lang="en-ZA" dirty="0"/>
          </a:p>
        </p:txBody>
      </p:sp>
    </p:spTree>
    <p:extLst>
      <p:ext uri="{BB962C8B-B14F-4D97-AF65-F5344CB8AC3E}">
        <p14:creationId xmlns:p14="http://schemas.microsoft.com/office/powerpoint/2010/main" val="39280815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5A3B8F-9CF7-EB29-4714-99460CF30750}"/>
              </a:ext>
            </a:extLst>
          </p:cNvPr>
          <p:cNvSpPr>
            <a:spLocks noGrp="1"/>
          </p:cNvSpPr>
          <p:nvPr>
            <p:ph type="dt" sz="half" idx="10"/>
          </p:nvPr>
        </p:nvSpPr>
        <p:spPr/>
        <p:txBody>
          <a:bodyPr/>
          <a:lstStyle/>
          <a:p>
            <a:fld id="{C186CF95-D534-4412-B081-2A444DFD52D3}" type="datetimeFigureOut">
              <a:rPr lang="en-ZA" smtClean="0"/>
              <a:t>2025/11/12</a:t>
            </a:fld>
            <a:endParaRPr lang="en-ZA" dirty="0"/>
          </a:p>
        </p:txBody>
      </p:sp>
      <p:sp>
        <p:nvSpPr>
          <p:cNvPr id="3" name="Footer Placeholder 2">
            <a:extLst>
              <a:ext uri="{FF2B5EF4-FFF2-40B4-BE49-F238E27FC236}">
                <a16:creationId xmlns:a16="http://schemas.microsoft.com/office/drawing/2014/main" id="{7A7DC731-6D6F-BD6C-A315-064A19A753A3}"/>
              </a:ext>
            </a:extLst>
          </p:cNvPr>
          <p:cNvSpPr>
            <a:spLocks noGrp="1"/>
          </p:cNvSpPr>
          <p:nvPr>
            <p:ph type="ftr" sz="quarter" idx="11"/>
          </p:nvPr>
        </p:nvSpPr>
        <p:spPr/>
        <p:txBody>
          <a:bodyPr/>
          <a:lstStyle/>
          <a:p>
            <a:endParaRPr lang="en-ZA" dirty="0"/>
          </a:p>
        </p:txBody>
      </p:sp>
      <p:sp>
        <p:nvSpPr>
          <p:cNvPr id="4" name="Slide Number Placeholder 3">
            <a:extLst>
              <a:ext uri="{FF2B5EF4-FFF2-40B4-BE49-F238E27FC236}">
                <a16:creationId xmlns:a16="http://schemas.microsoft.com/office/drawing/2014/main" id="{6DDDFF07-9634-0FA3-24A0-F6E9A15D456B}"/>
              </a:ext>
            </a:extLst>
          </p:cNvPr>
          <p:cNvSpPr>
            <a:spLocks noGrp="1"/>
          </p:cNvSpPr>
          <p:nvPr>
            <p:ph type="sldNum" sz="quarter" idx="12"/>
          </p:nvPr>
        </p:nvSpPr>
        <p:spPr/>
        <p:txBody>
          <a:bodyPr/>
          <a:lstStyle/>
          <a:p>
            <a:fld id="{1BFFBD0A-B5BC-4DE8-93DD-8953BFECE69C}" type="slidenum">
              <a:rPr lang="en-ZA" smtClean="0"/>
              <a:t>‹#›</a:t>
            </a:fld>
            <a:endParaRPr lang="en-ZA" dirty="0"/>
          </a:p>
        </p:txBody>
      </p:sp>
    </p:spTree>
    <p:extLst>
      <p:ext uri="{BB962C8B-B14F-4D97-AF65-F5344CB8AC3E}">
        <p14:creationId xmlns:p14="http://schemas.microsoft.com/office/powerpoint/2010/main" val="30943269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FC071-2D9C-96F7-7B0B-DC943FBA3FC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ZA"/>
          </a:p>
        </p:txBody>
      </p:sp>
      <p:sp>
        <p:nvSpPr>
          <p:cNvPr id="3" name="Content Placeholder 2">
            <a:extLst>
              <a:ext uri="{FF2B5EF4-FFF2-40B4-BE49-F238E27FC236}">
                <a16:creationId xmlns:a16="http://schemas.microsoft.com/office/drawing/2014/main" id="{55B20F87-D238-5E1A-9906-41909E59F8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ZA"/>
          </a:p>
        </p:txBody>
      </p:sp>
      <p:sp>
        <p:nvSpPr>
          <p:cNvPr id="4" name="Text Placeholder 3">
            <a:extLst>
              <a:ext uri="{FF2B5EF4-FFF2-40B4-BE49-F238E27FC236}">
                <a16:creationId xmlns:a16="http://schemas.microsoft.com/office/drawing/2014/main" id="{07785345-095A-CFC9-AACC-26A167DCCD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880A8DB-DBC9-8CF2-9B6E-38CE8AE3CAB8}"/>
              </a:ext>
            </a:extLst>
          </p:cNvPr>
          <p:cNvSpPr>
            <a:spLocks noGrp="1"/>
          </p:cNvSpPr>
          <p:nvPr>
            <p:ph type="dt" sz="half" idx="10"/>
          </p:nvPr>
        </p:nvSpPr>
        <p:spPr/>
        <p:txBody>
          <a:bodyPr/>
          <a:lstStyle/>
          <a:p>
            <a:fld id="{C186CF95-D534-4412-B081-2A444DFD52D3}" type="datetimeFigureOut">
              <a:rPr lang="en-ZA" smtClean="0"/>
              <a:t>2025/11/12</a:t>
            </a:fld>
            <a:endParaRPr lang="en-ZA" dirty="0"/>
          </a:p>
        </p:txBody>
      </p:sp>
      <p:sp>
        <p:nvSpPr>
          <p:cNvPr id="6" name="Footer Placeholder 5">
            <a:extLst>
              <a:ext uri="{FF2B5EF4-FFF2-40B4-BE49-F238E27FC236}">
                <a16:creationId xmlns:a16="http://schemas.microsoft.com/office/drawing/2014/main" id="{7F188E1A-2395-3B32-2643-95CF598A8FAE}"/>
              </a:ext>
            </a:extLst>
          </p:cNvPr>
          <p:cNvSpPr>
            <a:spLocks noGrp="1"/>
          </p:cNvSpPr>
          <p:nvPr>
            <p:ph type="ftr" sz="quarter" idx="11"/>
          </p:nvPr>
        </p:nvSpPr>
        <p:spPr/>
        <p:txBody>
          <a:bodyPr/>
          <a:lstStyle/>
          <a:p>
            <a:endParaRPr lang="en-ZA" dirty="0"/>
          </a:p>
        </p:txBody>
      </p:sp>
      <p:sp>
        <p:nvSpPr>
          <p:cNvPr id="7" name="Slide Number Placeholder 6">
            <a:extLst>
              <a:ext uri="{FF2B5EF4-FFF2-40B4-BE49-F238E27FC236}">
                <a16:creationId xmlns:a16="http://schemas.microsoft.com/office/drawing/2014/main" id="{D1BBC396-A9D2-4055-93AB-D168C5201030}"/>
              </a:ext>
            </a:extLst>
          </p:cNvPr>
          <p:cNvSpPr>
            <a:spLocks noGrp="1"/>
          </p:cNvSpPr>
          <p:nvPr>
            <p:ph type="sldNum" sz="quarter" idx="12"/>
          </p:nvPr>
        </p:nvSpPr>
        <p:spPr/>
        <p:txBody>
          <a:bodyPr/>
          <a:lstStyle/>
          <a:p>
            <a:fld id="{1BFFBD0A-B5BC-4DE8-93DD-8953BFECE69C}" type="slidenum">
              <a:rPr lang="en-ZA" smtClean="0"/>
              <a:t>‹#›</a:t>
            </a:fld>
            <a:endParaRPr lang="en-ZA" dirty="0"/>
          </a:p>
        </p:txBody>
      </p:sp>
    </p:spTree>
    <p:extLst>
      <p:ext uri="{BB962C8B-B14F-4D97-AF65-F5344CB8AC3E}">
        <p14:creationId xmlns:p14="http://schemas.microsoft.com/office/powerpoint/2010/main" val="34105594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2590D-D962-AC12-4BDA-FEB1852F9EF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ZA"/>
          </a:p>
        </p:txBody>
      </p:sp>
      <p:sp>
        <p:nvSpPr>
          <p:cNvPr id="3" name="Picture Placeholder 2">
            <a:extLst>
              <a:ext uri="{FF2B5EF4-FFF2-40B4-BE49-F238E27FC236}">
                <a16:creationId xmlns:a16="http://schemas.microsoft.com/office/drawing/2014/main" id="{A5DB35D5-8E81-9C80-BE52-DBDC509D38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dirty="0"/>
          </a:p>
        </p:txBody>
      </p:sp>
      <p:sp>
        <p:nvSpPr>
          <p:cNvPr id="4" name="Text Placeholder 3">
            <a:extLst>
              <a:ext uri="{FF2B5EF4-FFF2-40B4-BE49-F238E27FC236}">
                <a16:creationId xmlns:a16="http://schemas.microsoft.com/office/drawing/2014/main" id="{DB988928-403E-E41D-2299-56307357C5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8C66B8E-F205-7B5D-7856-91EA3872B3F2}"/>
              </a:ext>
            </a:extLst>
          </p:cNvPr>
          <p:cNvSpPr>
            <a:spLocks noGrp="1"/>
          </p:cNvSpPr>
          <p:nvPr>
            <p:ph type="dt" sz="half" idx="10"/>
          </p:nvPr>
        </p:nvSpPr>
        <p:spPr/>
        <p:txBody>
          <a:bodyPr/>
          <a:lstStyle/>
          <a:p>
            <a:fld id="{C186CF95-D534-4412-B081-2A444DFD52D3}" type="datetimeFigureOut">
              <a:rPr lang="en-ZA" smtClean="0"/>
              <a:t>2025/11/12</a:t>
            </a:fld>
            <a:endParaRPr lang="en-ZA" dirty="0"/>
          </a:p>
        </p:txBody>
      </p:sp>
      <p:sp>
        <p:nvSpPr>
          <p:cNvPr id="6" name="Footer Placeholder 5">
            <a:extLst>
              <a:ext uri="{FF2B5EF4-FFF2-40B4-BE49-F238E27FC236}">
                <a16:creationId xmlns:a16="http://schemas.microsoft.com/office/drawing/2014/main" id="{1F762223-FE22-C4FD-5901-76A76CF6E497}"/>
              </a:ext>
            </a:extLst>
          </p:cNvPr>
          <p:cNvSpPr>
            <a:spLocks noGrp="1"/>
          </p:cNvSpPr>
          <p:nvPr>
            <p:ph type="ftr" sz="quarter" idx="11"/>
          </p:nvPr>
        </p:nvSpPr>
        <p:spPr/>
        <p:txBody>
          <a:bodyPr/>
          <a:lstStyle/>
          <a:p>
            <a:endParaRPr lang="en-ZA" dirty="0"/>
          </a:p>
        </p:txBody>
      </p:sp>
      <p:sp>
        <p:nvSpPr>
          <p:cNvPr id="7" name="Slide Number Placeholder 6">
            <a:extLst>
              <a:ext uri="{FF2B5EF4-FFF2-40B4-BE49-F238E27FC236}">
                <a16:creationId xmlns:a16="http://schemas.microsoft.com/office/drawing/2014/main" id="{A48134AF-CF92-9D65-EA82-7A5CE8B746BE}"/>
              </a:ext>
            </a:extLst>
          </p:cNvPr>
          <p:cNvSpPr>
            <a:spLocks noGrp="1"/>
          </p:cNvSpPr>
          <p:nvPr>
            <p:ph type="sldNum" sz="quarter" idx="12"/>
          </p:nvPr>
        </p:nvSpPr>
        <p:spPr/>
        <p:txBody>
          <a:bodyPr/>
          <a:lstStyle/>
          <a:p>
            <a:fld id="{1BFFBD0A-B5BC-4DE8-93DD-8953BFECE69C}" type="slidenum">
              <a:rPr lang="en-ZA" smtClean="0"/>
              <a:t>‹#›</a:t>
            </a:fld>
            <a:endParaRPr lang="en-ZA" dirty="0"/>
          </a:p>
        </p:txBody>
      </p:sp>
    </p:spTree>
    <p:extLst>
      <p:ext uri="{BB962C8B-B14F-4D97-AF65-F5344CB8AC3E}">
        <p14:creationId xmlns:p14="http://schemas.microsoft.com/office/powerpoint/2010/main" val="27978509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F62A2-1B4E-D5DA-7229-533B2D714D2C}"/>
              </a:ext>
            </a:extLst>
          </p:cNvPr>
          <p:cNvSpPr>
            <a:spLocks noGrp="1"/>
          </p:cNvSpPr>
          <p:nvPr>
            <p:ph type="title"/>
          </p:nvPr>
        </p:nvSpPr>
        <p:spPr/>
        <p:txBody>
          <a:bodyPr/>
          <a:lstStyle/>
          <a:p>
            <a:r>
              <a:rPr lang="en-GB"/>
              <a:t>Click to edit Master title style</a:t>
            </a:r>
            <a:endParaRPr lang="en-ZA"/>
          </a:p>
        </p:txBody>
      </p:sp>
      <p:sp>
        <p:nvSpPr>
          <p:cNvPr id="3" name="Vertical Text Placeholder 2">
            <a:extLst>
              <a:ext uri="{FF2B5EF4-FFF2-40B4-BE49-F238E27FC236}">
                <a16:creationId xmlns:a16="http://schemas.microsoft.com/office/drawing/2014/main" id="{9393BD99-5F77-0A19-D984-F759DEF6CE1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ZA"/>
          </a:p>
        </p:txBody>
      </p:sp>
      <p:sp>
        <p:nvSpPr>
          <p:cNvPr id="4" name="Date Placeholder 3">
            <a:extLst>
              <a:ext uri="{FF2B5EF4-FFF2-40B4-BE49-F238E27FC236}">
                <a16:creationId xmlns:a16="http://schemas.microsoft.com/office/drawing/2014/main" id="{78800617-2CB3-85A1-E627-07DCF9957261}"/>
              </a:ext>
            </a:extLst>
          </p:cNvPr>
          <p:cNvSpPr>
            <a:spLocks noGrp="1"/>
          </p:cNvSpPr>
          <p:nvPr>
            <p:ph type="dt" sz="half" idx="10"/>
          </p:nvPr>
        </p:nvSpPr>
        <p:spPr/>
        <p:txBody>
          <a:bodyPr/>
          <a:lstStyle/>
          <a:p>
            <a:fld id="{C186CF95-D534-4412-B081-2A444DFD52D3}" type="datetimeFigureOut">
              <a:rPr lang="en-ZA" smtClean="0"/>
              <a:t>2025/11/12</a:t>
            </a:fld>
            <a:endParaRPr lang="en-ZA" dirty="0"/>
          </a:p>
        </p:txBody>
      </p:sp>
      <p:sp>
        <p:nvSpPr>
          <p:cNvPr id="5" name="Footer Placeholder 4">
            <a:extLst>
              <a:ext uri="{FF2B5EF4-FFF2-40B4-BE49-F238E27FC236}">
                <a16:creationId xmlns:a16="http://schemas.microsoft.com/office/drawing/2014/main" id="{26204EFF-538D-8035-8059-79159DF06BEE}"/>
              </a:ext>
            </a:extLst>
          </p:cNvPr>
          <p:cNvSpPr>
            <a:spLocks noGrp="1"/>
          </p:cNvSpPr>
          <p:nvPr>
            <p:ph type="ftr" sz="quarter" idx="11"/>
          </p:nvPr>
        </p:nvSpPr>
        <p:spPr/>
        <p:txBody>
          <a:bodyPr/>
          <a:lstStyle/>
          <a:p>
            <a:endParaRPr lang="en-ZA" dirty="0"/>
          </a:p>
        </p:txBody>
      </p:sp>
      <p:sp>
        <p:nvSpPr>
          <p:cNvPr id="6" name="Slide Number Placeholder 5">
            <a:extLst>
              <a:ext uri="{FF2B5EF4-FFF2-40B4-BE49-F238E27FC236}">
                <a16:creationId xmlns:a16="http://schemas.microsoft.com/office/drawing/2014/main" id="{ED89EBC7-2EC4-A8E9-F681-A94F11203D84}"/>
              </a:ext>
            </a:extLst>
          </p:cNvPr>
          <p:cNvSpPr>
            <a:spLocks noGrp="1"/>
          </p:cNvSpPr>
          <p:nvPr>
            <p:ph type="sldNum" sz="quarter" idx="12"/>
          </p:nvPr>
        </p:nvSpPr>
        <p:spPr/>
        <p:txBody>
          <a:bodyPr/>
          <a:lstStyle/>
          <a:p>
            <a:fld id="{1BFFBD0A-B5BC-4DE8-93DD-8953BFECE69C}" type="slidenum">
              <a:rPr lang="en-ZA" smtClean="0"/>
              <a:t>‹#›</a:t>
            </a:fld>
            <a:endParaRPr lang="en-ZA" dirty="0"/>
          </a:p>
        </p:txBody>
      </p:sp>
    </p:spTree>
    <p:extLst>
      <p:ext uri="{BB962C8B-B14F-4D97-AF65-F5344CB8AC3E}">
        <p14:creationId xmlns:p14="http://schemas.microsoft.com/office/powerpoint/2010/main" val="24043929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4A564B-8A9E-E219-0D65-30A354B8F71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ZA"/>
          </a:p>
        </p:txBody>
      </p:sp>
      <p:sp>
        <p:nvSpPr>
          <p:cNvPr id="3" name="Vertical Text Placeholder 2">
            <a:extLst>
              <a:ext uri="{FF2B5EF4-FFF2-40B4-BE49-F238E27FC236}">
                <a16:creationId xmlns:a16="http://schemas.microsoft.com/office/drawing/2014/main" id="{E3FEC2B9-2E76-B17C-6243-CB8F75B2E91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ZA"/>
          </a:p>
        </p:txBody>
      </p:sp>
      <p:sp>
        <p:nvSpPr>
          <p:cNvPr id="4" name="Date Placeholder 3">
            <a:extLst>
              <a:ext uri="{FF2B5EF4-FFF2-40B4-BE49-F238E27FC236}">
                <a16:creationId xmlns:a16="http://schemas.microsoft.com/office/drawing/2014/main" id="{5C1620E4-5548-9CBF-3481-BB2548976657}"/>
              </a:ext>
            </a:extLst>
          </p:cNvPr>
          <p:cNvSpPr>
            <a:spLocks noGrp="1"/>
          </p:cNvSpPr>
          <p:nvPr>
            <p:ph type="dt" sz="half" idx="10"/>
          </p:nvPr>
        </p:nvSpPr>
        <p:spPr/>
        <p:txBody>
          <a:bodyPr/>
          <a:lstStyle/>
          <a:p>
            <a:fld id="{C186CF95-D534-4412-B081-2A444DFD52D3}" type="datetimeFigureOut">
              <a:rPr lang="en-ZA" smtClean="0"/>
              <a:t>2025/11/12</a:t>
            </a:fld>
            <a:endParaRPr lang="en-ZA" dirty="0"/>
          </a:p>
        </p:txBody>
      </p:sp>
      <p:sp>
        <p:nvSpPr>
          <p:cNvPr id="5" name="Footer Placeholder 4">
            <a:extLst>
              <a:ext uri="{FF2B5EF4-FFF2-40B4-BE49-F238E27FC236}">
                <a16:creationId xmlns:a16="http://schemas.microsoft.com/office/drawing/2014/main" id="{7DBB4E23-44AA-8E01-4462-BB09EC5EF71B}"/>
              </a:ext>
            </a:extLst>
          </p:cNvPr>
          <p:cNvSpPr>
            <a:spLocks noGrp="1"/>
          </p:cNvSpPr>
          <p:nvPr>
            <p:ph type="ftr" sz="quarter" idx="11"/>
          </p:nvPr>
        </p:nvSpPr>
        <p:spPr/>
        <p:txBody>
          <a:bodyPr/>
          <a:lstStyle/>
          <a:p>
            <a:endParaRPr lang="en-ZA" dirty="0"/>
          </a:p>
        </p:txBody>
      </p:sp>
      <p:sp>
        <p:nvSpPr>
          <p:cNvPr id="6" name="Slide Number Placeholder 5">
            <a:extLst>
              <a:ext uri="{FF2B5EF4-FFF2-40B4-BE49-F238E27FC236}">
                <a16:creationId xmlns:a16="http://schemas.microsoft.com/office/drawing/2014/main" id="{B0DFC676-9486-AA48-C545-68219F8BD8CC}"/>
              </a:ext>
            </a:extLst>
          </p:cNvPr>
          <p:cNvSpPr>
            <a:spLocks noGrp="1"/>
          </p:cNvSpPr>
          <p:nvPr>
            <p:ph type="sldNum" sz="quarter" idx="12"/>
          </p:nvPr>
        </p:nvSpPr>
        <p:spPr/>
        <p:txBody>
          <a:bodyPr/>
          <a:lstStyle/>
          <a:p>
            <a:fld id="{1BFFBD0A-B5BC-4DE8-93DD-8953BFECE69C}" type="slidenum">
              <a:rPr lang="en-ZA" smtClean="0"/>
              <a:t>‹#›</a:t>
            </a:fld>
            <a:endParaRPr lang="en-ZA" dirty="0"/>
          </a:p>
        </p:txBody>
      </p:sp>
    </p:spTree>
    <p:extLst>
      <p:ext uri="{BB962C8B-B14F-4D97-AF65-F5344CB8AC3E}">
        <p14:creationId xmlns:p14="http://schemas.microsoft.com/office/powerpoint/2010/main" val="30066196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72413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2ACE92-FA0B-CCD8-9B1D-7E7866959F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ZA"/>
          </a:p>
        </p:txBody>
      </p:sp>
      <p:sp>
        <p:nvSpPr>
          <p:cNvPr id="3" name="Text Placeholder 2">
            <a:extLst>
              <a:ext uri="{FF2B5EF4-FFF2-40B4-BE49-F238E27FC236}">
                <a16:creationId xmlns:a16="http://schemas.microsoft.com/office/drawing/2014/main" id="{657F3A33-6E05-BB0E-5122-A11CD2C0B8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ZA"/>
          </a:p>
        </p:txBody>
      </p:sp>
      <p:sp>
        <p:nvSpPr>
          <p:cNvPr id="4" name="Date Placeholder 3">
            <a:extLst>
              <a:ext uri="{FF2B5EF4-FFF2-40B4-BE49-F238E27FC236}">
                <a16:creationId xmlns:a16="http://schemas.microsoft.com/office/drawing/2014/main" id="{49260043-0EF8-374B-C7C2-7E3C8CABA0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186CF95-D534-4412-B081-2A444DFD52D3}" type="datetimeFigureOut">
              <a:rPr lang="en-ZA" smtClean="0"/>
              <a:t>2025/11/12</a:t>
            </a:fld>
            <a:endParaRPr lang="en-ZA" dirty="0"/>
          </a:p>
        </p:txBody>
      </p:sp>
      <p:sp>
        <p:nvSpPr>
          <p:cNvPr id="5" name="Footer Placeholder 4">
            <a:extLst>
              <a:ext uri="{FF2B5EF4-FFF2-40B4-BE49-F238E27FC236}">
                <a16:creationId xmlns:a16="http://schemas.microsoft.com/office/drawing/2014/main" id="{73821781-7967-8C8C-2F5B-F0E5B1AA7F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dirty="0"/>
          </a:p>
        </p:txBody>
      </p:sp>
      <p:sp>
        <p:nvSpPr>
          <p:cNvPr id="6" name="Slide Number Placeholder 5">
            <a:extLst>
              <a:ext uri="{FF2B5EF4-FFF2-40B4-BE49-F238E27FC236}">
                <a16:creationId xmlns:a16="http://schemas.microsoft.com/office/drawing/2014/main" id="{5283F28C-1AA5-5360-FBC2-1EECAB5320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BFFBD0A-B5BC-4DE8-93DD-8953BFECE69C}" type="slidenum">
              <a:rPr lang="en-ZA" smtClean="0"/>
              <a:t>‹#›</a:t>
            </a:fld>
            <a:endParaRPr lang="en-ZA" dirty="0"/>
          </a:p>
        </p:txBody>
      </p:sp>
    </p:spTree>
    <p:extLst>
      <p:ext uri="{BB962C8B-B14F-4D97-AF65-F5344CB8AC3E}">
        <p14:creationId xmlns:p14="http://schemas.microsoft.com/office/powerpoint/2010/main" val="746723139"/>
      </p:ext>
    </p:extLst>
  </p:cSld>
  <p:clrMap bg1="dk1" tx1="lt1" bg2="dk2" tx2="lt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7DA10AD5-F521-0C1B-69C0-746B269433FF}"/>
              </a:ext>
            </a:extLst>
          </p:cNvPr>
          <p:cNvSpPr>
            <a:spLocks noGrp="1"/>
          </p:cNvSpPr>
          <p:nvPr>
            <p:ph type="ctrTitle" idx="4294967295"/>
          </p:nvPr>
        </p:nvSpPr>
        <p:spPr>
          <a:xfrm>
            <a:off x="4950057" y="1547682"/>
            <a:ext cx="7229475" cy="1454150"/>
          </a:xfrm>
          <a:prstGeom prst="rect">
            <a:avLst/>
          </a:prstGeom>
          <a:noFill/>
          <a:ln/>
        </p:spPr>
        <p:txBody>
          <a:bodyPr wrap="square" lIns="0" tIns="0" rIns="0" bIns="0" rtlCol="0" anchor="t"/>
          <a:lstStyle/>
          <a:p>
            <a:pPr marL="0" indent="0" algn="l">
              <a:lnSpc>
                <a:spcPts val="5500"/>
              </a:lnSpc>
              <a:buNone/>
            </a:pPr>
            <a:r>
              <a:rPr lang="en-US" sz="4400">
                <a:solidFill>
                  <a:srgbClr val="F98AC7"/>
                </a:solidFill>
                <a:latin typeface="Lora" pitchFamily="34" charset="0"/>
                <a:ea typeface="Lora" pitchFamily="34" charset="-122"/>
                <a:cs typeface="Lora" pitchFamily="34" charset="-120"/>
              </a:rPr>
              <a:t>Nastro Bliss: Transforming Your Restaurant with AWS</a:t>
            </a:r>
            <a:endParaRPr lang="en-US" sz="4400" dirty="0"/>
          </a:p>
        </p:txBody>
      </p:sp>
      <p:sp>
        <p:nvSpPr>
          <p:cNvPr id="5" name="Text 1">
            <a:extLst>
              <a:ext uri="{FF2B5EF4-FFF2-40B4-BE49-F238E27FC236}">
                <a16:creationId xmlns:a16="http://schemas.microsoft.com/office/drawing/2014/main" id="{0B6A1B55-1192-887B-043D-EC007814AACC}"/>
              </a:ext>
            </a:extLst>
          </p:cNvPr>
          <p:cNvSpPr>
            <a:spLocks noGrp="1"/>
          </p:cNvSpPr>
          <p:nvPr>
            <p:ph type="subTitle" idx="4294967295"/>
          </p:nvPr>
        </p:nvSpPr>
        <p:spPr>
          <a:xfrm>
            <a:off x="5022849" y="3211695"/>
            <a:ext cx="7108825" cy="685800"/>
          </a:xfrm>
          <a:prstGeom prst="rect">
            <a:avLst/>
          </a:prstGeom>
          <a:noFill/>
          <a:ln/>
        </p:spPr>
        <p:txBody>
          <a:bodyPr wrap="square" lIns="0" tIns="0" rIns="0" bIns="0" rtlCol="0" anchor="t">
            <a:noAutofit/>
          </a:bodyPr>
          <a:lstStyle/>
          <a:p>
            <a:pPr marL="0" indent="0" algn="l">
              <a:lnSpc>
                <a:spcPts val="3000"/>
              </a:lnSpc>
              <a:buNone/>
            </a:pPr>
            <a:r>
              <a:rPr lang="en-US" sz="1400" b="1" i="1" dirty="0">
                <a:solidFill>
                  <a:schemeClr val="tx2">
                    <a:lumMod val="20000"/>
                    <a:lumOff val="80000"/>
                  </a:schemeClr>
                </a:solidFill>
                <a:latin typeface="Source Sans 3" pitchFamily="34" charset="0"/>
                <a:ea typeface="Source Sans 3" pitchFamily="34" charset="-122"/>
                <a:cs typeface="Source Sans 3" pitchFamily="34" charset="-120"/>
              </a:rPr>
              <a:t>A strategic partnership bringing clarity, efficiency, and growth to your digital operations.</a:t>
            </a:r>
            <a:endParaRPr lang="en-US" sz="1400" b="1" i="1" dirty="0">
              <a:solidFill>
                <a:schemeClr val="tx2">
                  <a:lumMod val="20000"/>
                  <a:lumOff val="80000"/>
                </a:schemeClr>
              </a:solidFill>
            </a:endParaRPr>
          </a:p>
        </p:txBody>
      </p:sp>
      <p:pic>
        <p:nvPicPr>
          <p:cNvPr id="3" name="Picture 2" descr="A green and yellow logo&#10;&#10;AI-generated content may be incorrect.">
            <a:extLst>
              <a:ext uri="{FF2B5EF4-FFF2-40B4-BE49-F238E27FC236}">
                <a16:creationId xmlns:a16="http://schemas.microsoft.com/office/drawing/2014/main" id="{2CF133F8-F6C2-A3A6-235E-CB273B53F4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6897"/>
            <a:ext cx="4762500" cy="6858000"/>
          </a:xfrm>
          <a:prstGeom prst="rect">
            <a:avLst/>
          </a:prstGeom>
        </p:spPr>
      </p:pic>
    </p:spTree>
    <p:extLst>
      <p:ext uri="{BB962C8B-B14F-4D97-AF65-F5344CB8AC3E}">
        <p14:creationId xmlns:p14="http://schemas.microsoft.com/office/powerpoint/2010/main" val="35330317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descr="A group of chefs in a kitchen&#10;&#10;AI-generated content may be incorrect.">
            <a:extLst>
              <a:ext uri="{FF2B5EF4-FFF2-40B4-BE49-F238E27FC236}">
                <a16:creationId xmlns:a16="http://schemas.microsoft.com/office/drawing/2014/main" id="{E0915DAA-C53F-63AB-91D2-BFD7255E44D0}"/>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921115" y="916533"/>
            <a:ext cx="5876144" cy="5546361"/>
          </a:xfrm>
        </p:spPr>
      </p:pic>
      <p:sp>
        <p:nvSpPr>
          <p:cNvPr id="5" name="Text 0">
            <a:extLst>
              <a:ext uri="{FF2B5EF4-FFF2-40B4-BE49-F238E27FC236}">
                <a16:creationId xmlns:a16="http://schemas.microsoft.com/office/drawing/2014/main" id="{D643DCED-FDF9-2DDC-4E5E-72AEFAB46159}"/>
              </a:ext>
            </a:extLst>
          </p:cNvPr>
          <p:cNvSpPr>
            <a:spLocks noGrp="1"/>
          </p:cNvSpPr>
          <p:nvPr>
            <p:ph type="title"/>
          </p:nvPr>
        </p:nvSpPr>
        <p:spPr>
          <a:xfrm>
            <a:off x="509666" y="330370"/>
            <a:ext cx="10515600" cy="1325563"/>
          </a:xfrm>
          <a:prstGeom prst="rect">
            <a:avLst/>
          </a:prstGeom>
          <a:noFill/>
          <a:ln/>
        </p:spPr>
        <p:txBody>
          <a:bodyPr wrap="none" lIns="0" tIns="0" rIns="0" bIns="0" rtlCol="0" anchor="t"/>
          <a:lstStyle/>
          <a:p>
            <a:pPr marL="0" indent="0" algn="l">
              <a:lnSpc>
                <a:spcPts val="5000"/>
              </a:lnSpc>
              <a:buNone/>
            </a:pPr>
            <a:r>
              <a:rPr lang="en-US" sz="4000" dirty="0">
                <a:solidFill>
                  <a:srgbClr val="F98AC7"/>
                </a:solidFill>
                <a:latin typeface="Lora" pitchFamily="34" charset="0"/>
                <a:ea typeface="Lora" pitchFamily="34" charset="-122"/>
                <a:cs typeface="Lora" pitchFamily="34" charset="-120"/>
              </a:rPr>
              <a:t>Restaurant Overview</a:t>
            </a:r>
            <a:endParaRPr lang="en-US" sz="4000" dirty="0"/>
          </a:p>
        </p:txBody>
      </p:sp>
      <p:sp>
        <p:nvSpPr>
          <p:cNvPr id="6" name="Text 1">
            <a:extLst>
              <a:ext uri="{FF2B5EF4-FFF2-40B4-BE49-F238E27FC236}">
                <a16:creationId xmlns:a16="http://schemas.microsoft.com/office/drawing/2014/main" id="{1E1630E4-9E0B-A188-9A89-5F5ABD577171}"/>
              </a:ext>
            </a:extLst>
          </p:cNvPr>
          <p:cNvSpPr>
            <a:spLocks noGrp="1"/>
          </p:cNvSpPr>
          <p:nvPr>
            <p:ph sz="half" idx="1"/>
          </p:nvPr>
        </p:nvSpPr>
        <p:spPr>
          <a:xfrm>
            <a:off x="509666" y="1337965"/>
            <a:ext cx="2294744" cy="317968"/>
          </a:xfrm>
          <a:prstGeom prst="rect">
            <a:avLst/>
          </a:prstGeom>
          <a:noFill/>
          <a:ln/>
        </p:spPr>
        <p:txBody>
          <a:bodyPr wrap="none" lIns="0" tIns="0" rIns="0" bIns="0" rtlCol="0" anchor="t"/>
          <a:lstStyle/>
          <a:p>
            <a:pPr marL="0" indent="0" algn="l">
              <a:lnSpc>
                <a:spcPts val="2500"/>
              </a:lnSpc>
              <a:buNone/>
            </a:pPr>
            <a:r>
              <a:rPr lang="en-US" sz="2000" dirty="0">
                <a:solidFill>
                  <a:srgbClr val="F98AC7"/>
                </a:solidFill>
                <a:latin typeface="Lora" pitchFamily="34" charset="0"/>
                <a:ea typeface="Lora" pitchFamily="34" charset="-122"/>
                <a:cs typeface="Lora" pitchFamily="34" charset="-120"/>
              </a:rPr>
              <a:t>About Nastro Bliss</a:t>
            </a:r>
          </a:p>
          <a:p>
            <a:pPr marL="0" indent="0" algn="l">
              <a:lnSpc>
                <a:spcPts val="2500"/>
              </a:lnSpc>
              <a:buNone/>
            </a:pPr>
            <a:endParaRPr lang="en-US" sz="2000" dirty="0">
              <a:solidFill>
                <a:srgbClr val="F98AC7"/>
              </a:solidFill>
              <a:latin typeface="Lora" pitchFamily="34" charset="0"/>
              <a:ea typeface="Lora" pitchFamily="34" charset="-122"/>
              <a:cs typeface="Lora" pitchFamily="34" charset="-120"/>
            </a:endParaRPr>
          </a:p>
          <a:p>
            <a:pPr marL="0" indent="0" algn="l">
              <a:lnSpc>
                <a:spcPts val="2500"/>
              </a:lnSpc>
              <a:buNone/>
            </a:pPr>
            <a:endParaRPr lang="en-US" sz="2000" dirty="0">
              <a:solidFill>
                <a:srgbClr val="F98AC7"/>
              </a:solidFill>
              <a:latin typeface="Lora" pitchFamily="34" charset="0"/>
              <a:ea typeface="Lora" pitchFamily="34" charset="-122"/>
              <a:cs typeface="Lora" pitchFamily="34" charset="-120"/>
            </a:endParaRPr>
          </a:p>
          <a:p>
            <a:pPr marL="0" indent="0" algn="l">
              <a:lnSpc>
                <a:spcPts val="2500"/>
              </a:lnSpc>
              <a:buNone/>
            </a:pPr>
            <a:endParaRPr lang="en-US" sz="2000" dirty="0">
              <a:solidFill>
                <a:srgbClr val="F98AC7"/>
              </a:solidFill>
              <a:latin typeface="Lora" pitchFamily="34" charset="0"/>
              <a:ea typeface="Lora" pitchFamily="34" charset="-122"/>
              <a:cs typeface="Lora" pitchFamily="34" charset="-120"/>
            </a:endParaRPr>
          </a:p>
          <a:p>
            <a:pPr marL="0" indent="0" algn="l">
              <a:lnSpc>
                <a:spcPts val="2500"/>
              </a:lnSpc>
              <a:buNone/>
            </a:pPr>
            <a:endParaRPr lang="en-US" sz="2000" dirty="0">
              <a:solidFill>
                <a:srgbClr val="F98AC7"/>
              </a:solidFill>
              <a:latin typeface="Lora" pitchFamily="34" charset="0"/>
              <a:ea typeface="Lora" pitchFamily="34" charset="-122"/>
              <a:cs typeface="Lora" pitchFamily="34" charset="-120"/>
            </a:endParaRPr>
          </a:p>
          <a:p>
            <a:pPr marL="0" indent="0" algn="l">
              <a:lnSpc>
                <a:spcPts val="2500"/>
              </a:lnSpc>
              <a:buNone/>
            </a:pPr>
            <a:endParaRPr lang="en-US" sz="2000" dirty="0"/>
          </a:p>
        </p:txBody>
      </p:sp>
      <p:sp>
        <p:nvSpPr>
          <p:cNvPr id="8" name="Text 2">
            <a:extLst>
              <a:ext uri="{FF2B5EF4-FFF2-40B4-BE49-F238E27FC236}">
                <a16:creationId xmlns:a16="http://schemas.microsoft.com/office/drawing/2014/main" id="{D5CD403C-F3FE-5B3C-E639-CBD095C56C28}"/>
              </a:ext>
            </a:extLst>
          </p:cNvPr>
          <p:cNvSpPr/>
          <p:nvPr/>
        </p:nvSpPr>
        <p:spPr>
          <a:xfrm>
            <a:off x="509666" y="1825625"/>
            <a:ext cx="5231567" cy="2408166"/>
          </a:xfrm>
          <a:prstGeom prst="rect">
            <a:avLst/>
          </a:prstGeom>
          <a:noFill/>
          <a:ln/>
        </p:spPr>
        <p:txBody>
          <a:bodyPr wrap="square" lIns="0" tIns="0" rIns="0" bIns="0" rtlCol="0" anchor="t"/>
          <a:lstStyle/>
          <a:p>
            <a:pPr marL="0" indent="0" algn="l">
              <a:lnSpc>
                <a:spcPts val="2700"/>
              </a:lnSpc>
              <a:buNone/>
            </a:pPr>
            <a:r>
              <a:rPr lang="en-US" sz="1600" i="1" dirty="0">
                <a:solidFill>
                  <a:schemeClr val="tx2">
                    <a:lumMod val="20000"/>
                    <a:lumOff val="80000"/>
                  </a:schemeClr>
                </a:solidFill>
                <a:latin typeface="Source Sans 3" pitchFamily="34" charset="0"/>
                <a:ea typeface="Source Sans 3" pitchFamily="34" charset="-122"/>
                <a:cs typeface="Source Sans 3" pitchFamily="34" charset="-120"/>
              </a:rPr>
              <a:t>Nastro Bliss is a beloved restaurant situated at Johannesburg known for contemporary African cuisine and specializing in grill and fire menu items. Catering to local residence, corporate partners and to tourists to showcase their take and expertise in on African cuisine. The restaurant is ready to scale operations and enhance how customers connect with the business.</a:t>
            </a:r>
            <a:endParaRPr lang="en-US" sz="1600" i="1" dirty="0">
              <a:solidFill>
                <a:schemeClr val="tx2">
                  <a:lumMod val="20000"/>
                  <a:lumOff val="80000"/>
                </a:schemeClr>
              </a:solidFill>
            </a:endParaRPr>
          </a:p>
        </p:txBody>
      </p:sp>
    </p:spTree>
    <p:extLst>
      <p:ext uri="{BB962C8B-B14F-4D97-AF65-F5344CB8AC3E}">
        <p14:creationId xmlns:p14="http://schemas.microsoft.com/office/powerpoint/2010/main" val="27312156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5C1FE53B-0ACD-117A-915F-57EED111DAE7}"/>
              </a:ext>
            </a:extLst>
          </p:cNvPr>
          <p:cNvSpPr>
            <a:spLocks noGrp="1"/>
          </p:cNvSpPr>
          <p:nvPr>
            <p:ph type="title"/>
          </p:nvPr>
        </p:nvSpPr>
        <p:spPr>
          <a:xfrm>
            <a:off x="454599" y="355046"/>
            <a:ext cx="6781799" cy="1271150"/>
          </a:xfrm>
          <a:prstGeom prst="rect">
            <a:avLst/>
          </a:prstGeom>
          <a:noFill/>
          <a:ln/>
        </p:spPr>
        <p:txBody>
          <a:bodyPr wrap="square" lIns="0" tIns="0" rIns="0" bIns="0" rtlCol="0" anchor="t">
            <a:noAutofit/>
          </a:bodyPr>
          <a:lstStyle/>
          <a:p>
            <a:pPr marL="0" indent="0" algn="l">
              <a:lnSpc>
                <a:spcPts val="5450"/>
              </a:lnSpc>
              <a:buNone/>
            </a:pPr>
            <a:r>
              <a:rPr lang="en-US" sz="3200" dirty="0">
                <a:solidFill>
                  <a:srgbClr val="F98AC7"/>
                </a:solidFill>
                <a:latin typeface="Lora" pitchFamily="34" charset="0"/>
                <a:ea typeface="Lora" pitchFamily="34" charset="-122"/>
                <a:cs typeface="Lora" pitchFamily="34" charset="-120"/>
              </a:rPr>
              <a:t>Current Operational</a:t>
            </a:r>
            <a:br>
              <a:rPr lang="en-US" sz="3200" dirty="0">
                <a:solidFill>
                  <a:srgbClr val="F98AC7"/>
                </a:solidFill>
                <a:latin typeface="Lora" pitchFamily="34" charset="0"/>
                <a:ea typeface="Lora" pitchFamily="34" charset="-122"/>
                <a:cs typeface="Lora" pitchFamily="34" charset="-120"/>
              </a:rPr>
            </a:br>
            <a:r>
              <a:rPr lang="en-US" sz="3200" dirty="0">
                <a:solidFill>
                  <a:srgbClr val="F98AC7"/>
                </a:solidFill>
                <a:latin typeface="Lora" pitchFamily="34" charset="0"/>
                <a:ea typeface="Lora" pitchFamily="34" charset="-122"/>
                <a:cs typeface="Lora" pitchFamily="34" charset="-120"/>
              </a:rPr>
              <a:t>Challenges</a:t>
            </a:r>
            <a:endParaRPr lang="en-US" sz="3200" dirty="0"/>
          </a:p>
        </p:txBody>
      </p:sp>
      <p:sp>
        <p:nvSpPr>
          <p:cNvPr id="6" name="Shape 1">
            <a:extLst>
              <a:ext uri="{FF2B5EF4-FFF2-40B4-BE49-F238E27FC236}">
                <a16:creationId xmlns:a16="http://schemas.microsoft.com/office/drawing/2014/main" id="{811C8650-43D3-A1B4-2758-482A471A67EB}"/>
              </a:ext>
            </a:extLst>
          </p:cNvPr>
          <p:cNvSpPr/>
          <p:nvPr/>
        </p:nvSpPr>
        <p:spPr>
          <a:xfrm>
            <a:off x="364452" y="1762873"/>
            <a:ext cx="3254332" cy="3230404"/>
          </a:xfrm>
          <a:prstGeom prst="roundRect">
            <a:avLst>
              <a:gd name="adj" fmla="val 1097"/>
            </a:avLst>
          </a:prstGeom>
          <a:solidFill>
            <a:srgbClr val="444752"/>
          </a:solidFill>
          <a:ln/>
        </p:spPr>
        <p:txBody>
          <a:bodyPr/>
          <a:lstStyle/>
          <a:p>
            <a:endParaRPr lang="en-ZA" dirty="0"/>
          </a:p>
        </p:txBody>
      </p:sp>
      <p:sp>
        <p:nvSpPr>
          <p:cNvPr id="7" name="Text 2">
            <a:extLst>
              <a:ext uri="{FF2B5EF4-FFF2-40B4-BE49-F238E27FC236}">
                <a16:creationId xmlns:a16="http://schemas.microsoft.com/office/drawing/2014/main" id="{21032B35-DA75-0A6D-55AA-912EB9B850D8}"/>
              </a:ext>
            </a:extLst>
          </p:cNvPr>
          <p:cNvSpPr/>
          <p:nvPr/>
        </p:nvSpPr>
        <p:spPr>
          <a:xfrm>
            <a:off x="691711" y="2195195"/>
            <a:ext cx="2780109" cy="347424"/>
          </a:xfrm>
          <a:prstGeom prst="rect">
            <a:avLst/>
          </a:prstGeom>
          <a:noFill/>
          <a:ln/>
        </p:spPr>
        <p:txBody>
          <a:bodyPr wrap="none" lIns="0" tIns="0" rIns="0" bIns="0" rtlCol="0" anchor="t"/>
          <a:lstStyle/>
          <a:p>
            <a:pPr marL="0" indent="0" algn="l">
              <a:lnSpc>
                <a:spcPts val="2700"/>
              </a:lnSpc>
              <a:buNone/>
            </a:pPr>
            <a:r>
              <a:rPr lang="en-US" sz="2150" dirty="0">
                <a:solidFill>
                  <a:srgbClr val="D6E5EF"/>
                </a:solidFill>
                <a:latin typeface="Lora" pitchFamily="34" charset="0"/>
                <a:ea typeface="Lora" pitchFamily="34" charset="-122"/>
                <a:cs typeface="Lora" pitchFamily="34" charset="-120"/>
              </a:rPr>
              <a:t>Booking Confusion</a:t>
            </a:r>
            <a:endParaRPr lang="en-US" sz="2150" dirty="0"/>
          </a:p>
        </p:txBody>
      </p:sp>
      <p:sp>
        <p:nvSpPr>
          <p:cNvPr id="8" name="Text 3">
            <a:extLst>
              <a:ext uri="{FF2B5EF4-FFF2-40B4-BE49-F238E27FC236}">
                <a16:creationId xmlns:a16="http://schemas.microsoft.com/office/drawing/2014/main" id="{1821E26D-9214-D82A-EDD7-868D87194344}"/>
              </a:ext>
            </a:extLst>
          </p:cNvPr>
          <p:cNvSpPr/>
          <p:nvPr/>
        </p:nvSpPr>
        <p:spPr>
          <a:xfrm>
            <a:off x="735332" y="2649102"/>
            <a:ext cx="2736488" cy="1666280"/>
          </a:xfrm>
          <a:prstGeom prst="rect">
            <a:avLst/>
          </a:prstGeom>
          <a:noFill/>
          <a:ln/>
        </p:spPr>
        <p:txBody>
          <a:bodyPr wrap="square" lIns="0" tIns="0" rIns="0" bIns="0" rtlCol="0" anchor="t"/>
          <a:lstStyle/>
          <a:p>
            <a:pPr marL="0" indent="0" algn="l">
              <a:lnSpc>
                <a:spcPts val="2950"/>
              </a:lnSpc>
              <a:buNone/>
            </a:pPr>
            <a:r>
              <a:rPr lang="en-US" sz="1600" i="1" dirty="0">
                <a:solidFill>
                  <a:srgbClr val="D6E5EF"/>
                </a:solidFill>
                <a:latin typeface="Source Sans 3" pitchFamily="34" charset="0"/>
                <a:ea typeface="Source Sans 3" pitchFamily="34" charset="-122"/>
                <a:cs typeface="Source Sans 3" pitchFamily="34" charset="-120"/>
              </a:rPr>
              <a:t>Reservation requests come through multiple channels—phone, walk-ins, social media. Information gets lost, double-booked tables create frustration.</a:t>
            </a:r>
            <a:endParaRPr lang="en-US" sz="1600" i="1" dirty="0"/>
          </a:p>
        </p:txBody>
      </p:sp>
      <p:pic>
        <p:nvPicPr>
          <p:cNvPr id="9" name="Picture 8">
            <a:extLst>
              <a:ext uri="{FF2B5EF4-FFF2-40B4-BE49-F238E27FC236}">
                <a16:creationId xmlns:a16="http://schemas.microsoft.com/office/drawing/2014/main" id="{D87CA0F6-CE38-E7FE-6B7F-5401A7481551}"/>
              </a:ext>
            </a:extLst>
          </p:cNvPr>
          <p:cNvPicPr>
            <a:picLocks noChangeAspect="1"/>
          </p:cNvPicPr>
          <p:nvPr/>
        </p:nvPicPr>
        <p:blipFill>
          <a:blip r:embed="rId3"/>
          <a:stretch>
            <a:fillRect/>
          </a:stretch>
        </p:blipFill>
        <p:spPr>
          <a:xfrm>
            <a:off x="7619999" y="0"/>
            <a:ext cx="4572001" cy="6858000"/>
          </a:xfrm>
          <a:prstGeom prst="rect">
            <a:avLst/>
          </a:prstGeom>
        </p:spPr>
      </p:pic>
      <p:sp>
        <p:nvSpPr>
          <p:cNvPr id="10" name="Shape 4">
            <a:extLst>
              <a:ext uri="{FF2B5EF4-FFF2-40B4-BE49-F238E27FC236}">
                <a16:creationId xmlns:a16="http://schemas.microsoft.com/office/drawing/2014/main" id="{567FB338-8253-E43E-2A3B-210727493712}"/>
              </a:ext>
            </a:extLst>
          </p:cNvPr>
          <p:cNvSpPr/>
          <p:nvPr/>
        </p:nvSpPr>
        <p:spPr>
          <a:xfrm>
            <a:off x="4007016" y="1762873"/>
            <a:ext cx="3218269" cy="3230404"/>
          </a:xfrm>
          <a:prstGeom prst="roundRect">
            <a:avLst>
              <a:gd name="adj" fmla="val 1097"/>
            </a:avLst>
          </a:prstGeom>
          <a:solidFill>
            <a:srgbClr val="444752"/>
          </a:solidFill>
          <a:ln/>
        </p:spPr>
        <p:txBody>
          <a:bodyPr/>
          <a:lstStyle/>
          <a:p>
            <a:endParaRPr lang="en-ZA" dirty="0"/>
          </a:p>
        </p:txBody>
      </p:sp>
      <p:sp>
        <p:nvSpPr>
          <p:cNvPr id="11" name="Shape 7">
            <a:extLst>
              <a:ext uri="{FF2B5EF4-FFF2-40B4-BE49-F238E27FC236}">
                <a16:creationId xmlns:a16="http://schemas.microsoft.com/office/drawing/2014/main" id="{00E6C99F-1D84-BF30-0F6E-E2C6D0A36138}"/>
              </a:ext>
            </a:extLst>
          </p:cNvPr>
          <p:cNvSpPr/>
          <p:nvPr/>
        </p:nvSpPr>
        <p:spPr>
          <a:xfrm>
            <a:off x="454599" y="5202423"/>
            <a:ext cx="6756787" cy="1104247"/>
          </a:xfrm>
          <a:prstGeom prst="roundRect">
            <a:avLst>
              <a:gd name="adj" fmla="val 2064"/>
            </a:avLst>
          </a:prstGeom>
          <a:solidFill>
            <a:srgbClr val="444752"/>
          </a:solidFill>
          <a:ln/>
        </p:spPr>
        <p:txBody>
          <a:bodyPr/>
          <a:lstStyle/>
          <a:p>
            <a:endParaRPr lang="en-ZA" dirty="0"/>
          </a:p>
        </p:txBody>
      </p:sp>
      <p:sp>
        <p:nvSpPr>
          <p:cNvPr id="13" name="Text 5">
            <a:extLst>
              <a:ext uri="{FF2B5EF4-FFF2-40B4-BE49-F238E27FC236}">
                <a16:creationId xmlns:a16="http://schemas.microsoft.com/office/drawing/2014/main" id="{3C5529CF-F40A-DE13-0A17-3D91C63A4886}"/>
              </a:ext>
            </a:extLst>
          </p:cNvPr>
          <p:cNvSpPr/>
          <p:nvPr/>
        </p:nvSpPr>
        <p:spPr>
          <a:xfrm>
            <a:off x="4274410" y="2195195"/>
            <a:ext cx="2780109" cy="347424"/>
          </a:xfrm>
          <a:prstGeom prst="rect">
            <a:avLst/>
          </a:prstGeom>
          <a:noFill/>
          <a:ln/>
        </p:spPr>
        <p:txBody>
          <a:bodyPr wrap="none" lIns="0" tIns="0" rIns="0" bIns="0" rtlCol="0" anchor="t"/>
          <a:lstStyle/>
          <a:p>
            <a:pPr marL="0" indent="0" algn="l">
              <a:lnSpc>
                <a:spcPts val="2700"/>
              </a:lnSpc>
              <a:buNone/>
            </a:pPr>
            <a:r>
              <a:rPr lang="en-US" sz="2150" dirty="0">
                <a:solidFill>
                  <a:srgbClr val="D6E5EF"/>
                </a:solidFill>
                <a:latin typeface="Lora" pitchFamily="34" charset="0"/>
                <a:ea typeface="Lora" pitchFamily="34" charset="-122"/>
                <a:cs typeface="Lora" pitchFamily="34" charset="-120"/>
              </a:rPr>
              <a:t>Order Mix-ups</a:t>
            </a:r>
            <a:endParaRPr lang="en-US" sz="2150" dirty="0"/>
          </a:p>
        </p:txBody>
      </p:sp>
      <p:sp>
        <p:nvSpPr>
          <p:cNvPr id="14" name="Text 6">
            <a:extLst>
              <a:ext uri="{FF2B5EF4-FFF2-40B4-BE49-F238E27FC236}">
                <a16:creationId xmlns:a16="http://schemas.microsoft.com/office/drawing/2014/main" id="{22404092-443D-F6F5-00E2-8EFCD717CCCC}"/>
              </a:ext>
            </a:extLst>
          </p:cNvPr>
          <p:cNvSpPr/>
          <p:nvPr/>
        </p:nvSpPr>
        <p:spPr>
          <a:xfrm>
            <a:off x="4056944" y="2746492"/>
            <a:ext cx="2780109" cy="1890713"/>
          </a:xfrm>
          <a:prstGeom prst="rect">
            <a:avLst/>
          </a:prstGeom>
          <a:noFill/>
          <a:ln/>
        </p:spPr>
        <p:txBody>
          <a:bodyPr wrap="square" lIns="0" tIns="0" rIns="0" bIns="0" rtlCol="0" anchor="t"/>
          <a:lstStyle/>
          <a:p>
            <a:pPr marL="0" indent="0" algn="l">
              <a:lnSpc>
                <a:spcPts val="2950"/>
              </a:lnSpc>
              <a:buNone/>
            </a:pPr>
            <a:r>
              <a:rPr lang="en-US" sz="1600" i="1" dirty="0">
                <a:solidFill>
                  <a:srgbClr val="D6E5EF"/>
                </a:solidFill>
                <a:latin typeface="Source Sans 3" pitchFamily="34" charset="0"/>
                <a:ea typeface="Source Sans 3" pitchFamily="34" charset="-122"/>
                <a:cs typeface="Source Sans 3" pitchFamily="34" charset="-120"/>
              </a:rPr>
              <a:t>Orders placed verbally or via text lead to incorrect items, forgotten requests, and unhappy customers during peak hours.</a:t>
            </a:r>
            <a:endParaRPr lang="en-US" sz="1600" i="1" dirty="0"/>
          </a:p>
        </p:txBody>
      </p:sp>
      <p:sp>
        <p:nvSpPr>
          <p:cNvPr id="16" name="Text 8">
            <a:extLst>
              <a:ext uri="{FF2B5EF4-FFF2-40B4-BE49-F238E27FC236}">
                <a16:creationId xmlns:a16="http://schemas.microsoft.com/office/drawing/2014/main" id="{1BA4995B-DD6B-BE64-2D7E-C6A01B44DB7B}"/>
              </a:ext>
            </a:extLst>
          </p:cNvPr>
          <p:cNvSpPr/>
          <p:nvPr/>
        </p:nvSpPr>
        <p:spPr>
          <a:xfrm>
            <a:off x="735332" y="5202423"/>
            <a:ext cx="2780109" cy="347424"/>
          </a:xfrm>
          <a:prstGeom prst="rect">
            <a:avLst/>
          </a:prstGeom>
          <a:noFill/>
          <a:ln/>
        </p:spPr>
        <p:txBody>
          <a:bodyPr wrap="none" lIns="0" tIns="0" rIns="0" bIns="0" rtlCol="0" anchor="t"/>
          <a:lstStyle/>
          <a:p>
            <a:pPr marL="0" indent="0" algn="l">
              <a:lnSpc>
                <a:spcPts val="2700"/>
              </a:lnSpc>
              <a:buNone/>
            </a:pPr>
            <a:r>
              <a:rPr lang="en-US" dirty="0">
                <a:solidFill>
                  <a:srgbClr val="D6E5EF"/>
                </a:solidFill>
                <a:latin typeface="Lora" pitchFamily="34" charset="0"/>
                <a:ea typeface="Lora" pitchFamily="34" charset="-122"/>
                <a:cs typeface="Lora" pitchFamily="34" charset="-120"/>
              </a:rPr>
              <a:t>No Digital Presence</a:t>
            </a:r>
            <a:endParaRPr lang="en-US" dirty="0"/>
          </a:p>
        </p:txBody>
      </p:sp>
      <p:sp>
        <p:nvSpPr>
          <p:cNvPr id="17" name="Text 9">
            <a:extLst>
              <a:ext uri="{FF2B5EF4-FFF2-40B4-BE49-F238E27FC236}">
                <a16:creationId xmlns:a16="http://schemas.microsoft.com/office/drawing/2014/main" id="{99B369D7-090B-9EFC-B868-E69809A64B45}"/>
              </a:ext>
            </a:extLst>
          </p:cNvPr>
          <p:cNvSpPr/>
          <p:nvPr/>
        </p:nvSpPr>
        <p:spPr>
          <a:xfrm>
            <a:off x="651588" y="5611647"/>
            <a:ext cx="6362808" cy="730498"/>
          </a:xfrm>
          <a:prstGeom prst="rect">
            <a:avLst/>
          </a:prstGeom>
          <a:noFill/>
          <a:ln/>
        </p:spPr>
        <p:txBody>
          <a:bodyPr wrap="square" lIns="0" tIns="0" rIns="0" bIns="0" rtlCol="0" anchor="t"/>
          <a:lstStyle/>
          <a:p>
            <a:pPr marL="0" indent="0" algn="l">
              <a:lnSpc>
                <a:spcPts val="2950"/>
              </a:lnSpc>
              <a:buNone/>
            </a:pPr>
            <a:r>
              <a:rPr lang="en-US" sz="1600" dirty="0">
                <a:solidFill>
                  <a:srgbClr val="D6E5EF"/>
                </a:solidFill>
                <a:latin typeface="Source Sans 3" pitchFamily="34" charset="0"/>
                <a:ea typeface="Source Sans 3" pitchFamily="34" charset="-122"/>
                <a:cs typeface="Source Sans 3" pitchFamily="34" charset="-120"/>
              </a:rPr>
              <a:t>Without an organized online platform, customers can't easily find menu information, hours, or availability—hurting discoverability.</a:t>
            </a:r>
            <a:endParaRPr lang="en-US" sz="1600" dirty="0"/>
          </a:p>
        </p:txBody>
      </p:sp>
    </p:spTree>
    <p:extLst>
      <p:ext uri="{BB962C8B-B14F-4D97-AF65-F5344CB8AC3E}">
        <p14:creationId xmlns:p14="http://schemas.microsoft.com/office/powerpoint/2010/main" val="3353366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0">
            <a:extLst>
              <a:ext uri="{FF2B5EF4-FFF2-40B4-BE49-F238E27FC236}">
                <a16:creationId xmlns:a16="http://schemas.microsoft.com/office/drawing/2014/main" id="{E37D540C-BD54-4CE1-C9A1-5351107EFD1B}"/>
              </a:ext>
            </a:extLst>
          </p:cNvPr>
          <p:cNvSpPr>
            <a:spLocks noGrp="1"/>
          </p:cNvSpPr>
          <p:nvPr>
            <p:ph type="title"/>
          </p:nvPr>
        </p:nvSpPr>
        <p:spPr>
          <a:xfrm>
            <a:off x="838200" y="365125"/>
            <a:ext cx="10515600" cy="699177"/>
          </a:xfrm>
          <a:prstGeom prst="rect">
            <a:avLst/>
          </a:prstGeom>
          <a:noFill/>
          <a:ln/>
        </p:spPr>
        <p:txBody>
          <a:bodyPr wrap="none" lIns="0" tIns="0" rIns="0" bIns="0" rtlCol="0" anchor="t"/>
          <a:lstStyle/>
          <a:p>
            <a:pPr marL="0" indent="0" algn="l">
              <a:lnSpc>
                <a:spcPts val="5500"/>
              </a:lnSpc>
              <a:buNone/>
            </a:pPr>
            <a:r>
              <a:rPr lang="en-US" sz="4400" dirty="0">
                <a:solidFill>
                  <a:srgbClr val="F98AC7"/>
                </a:solidFill>
                <a:latin typeface="Lora" pitchFamily="34" charset="0"/>
                <a:ea typeface="Lora" pitchFamily="34" charset="-122"/>
                <a:cs typeface="Lora" pitchFamily="34" charset="-120"/>
              </a:rPr>
              <a:t>The Business Impact</a:t>
            </a:r>
            <a:endParaRPr lang="en-US" sz="4400" dirty="0"/>
          </a:p>
        </p:txBody>
      </p:sp>
      <p:pic>
        <p:nvPicPr>
          <p:cNvPr id="9" name="Image 0" descr="preencoded.png">
            <a:extLst>
              <a:ext uri="{FF2B5EF4-FFF2-40B4-BE49-F238E27FC236}">
                <a16:creationId xmlns:a16="http://schemas.microsoft.com/office/drawing/2014/main" id="{7B89CCC5-3B8F-4380-D2C5-3ED32786AA57}"/>
              </a:ext>
            </a:extLst>
          </p:cNvPr>
          <p:cNvPicPr>
            <a:picLocks noChangeAspect="1"/>
          </p:cNvPicPr>
          <p:nvPr/>
        </p:nvPicPr>
        <p:blipFill>
          <a:blip r:embed="rId3"/>
          <a:stretch>
            <a:fillRect/>
          </a:stretch>
        </p:blipFill>
        <p:spPr>
          <a:xfrm>
            <a:off x="348196" y="1395888"/>
            <a:ext cx="3590687" cy="3590687"/>
          </a:xfrm>
          <a:prstGeom prst="rect">
            <a:avLst/>
          </a:prstGeom>
        </p:spPr>
      </p:pic>
      <p:pic>
        <p:nvPicPr>
          <p:cNvPr id="10" name="Image 1" descr="preencoded.png">
            <a:extLst>
              <a:ext uri="{FF2B5EF4-FFF2-40B4-BE49-F238E27FC236}">
                <a16:creationId xmlns:a16="http://schemas.microsoft.com/office/drawing/2014/main" id="{E124620D-C9CF-052B-64B0-8939A421BD18}"/>
              </a:ext>
            </a:extLst>
          </p:cNvPr>
          <p:cNvPicPr>
            <a:picLocks noChangeAspect="1"/>
          </p:cNvPicPr>
          <p:nvPr/>
        </p:nvPicPr>
        <p:blipFill>
          <a:blip r:embed="rId4"/>
          <a:stretch>
            <a:fillRect/>
          </a:stretch>
        </p:blipFill>
        <p:spPr>
          <a:xfrm>
            <a:off x="4495529" y="1395888"/>
            <a:ext cx="3590687" cy="3590687"/>
          </a:xfrm>
          <a:prstGeom prst="rect">
            <a:avLst/>
          </a:prstGeom>
        </p:spPr>
      </p:pic>
      <p:pic>
        <p:nvPicPr>
          <p:cNvPr id="11" name="Image 2" descr="preencoded.png">
            <a:extLst>
              <a:ext uri="{FF2B5EF4-FFF2-40B4-BE49-F238E27FC236}">
                <a16:creationId xmlns:a16="http://schemas.microsoft.com/office/drawing/2014/main" id="{67D7D33A-AD81-C973-E58E-CD727B8D5AC0}"/>
              </a:ext>
            </a:extLst>
          </p:cNvPr>
          <p:cNvPicPr>
            <a:picLocks noChangeAspect="1"/>
          </p:cNvPicPr>
          <p:nvPr/>
        </p:nvPicPr>
        <p:blipFill>
          <a:blip r:embed="rId5"/>
          <a:stretch>
            <a:fillRect/>
          </a:stretch>
        </p:blipFill>
        <p:spPr>
          <a:xfrm>
            <a:off x="8269682" y="1395888"/>
            <a:ext cx="3590687" cy="3590687"/>
          </a:xfrm>
          <a:prstGeom prst="rect">
            <a:avLst/>
          </a:prstGeom>
        </p:spPr>
      </p:pic>
      <p:sp>
        <p:nvSpPr>
          <p:cNvPr id="12" name="TextBox 11">
            <a:extLst>
              <a:ext uri="{FF2B5EF4-FFF2-40B4-BE49-F238E27FC236}">
                <a16:creationId xmlns:a16="http://schemas.microsoft.com/office/drawing/2014/main" id="{FBBE3D98-9012-73CB-B39C-3A0CEB7F7269}"/>
              </a:ext>
            </a:extLst>
          </p:cNvPr>
          <p:cNvSpPr txBox="1"/>
          <p:nvPr/>
        </p:nvSpPr>
        <p:spPr>
          <a:xfrm>
            <a:off x="1498962" y="2797580"/>
            <a:ext cx="1289154" cy="646331"/>
          </a:xfrm>
          <a:prstGeom prst="rect">
            <a:avLst/>
          </a:prstGeom>
          <a:noFill/>
        </p:spPr>
        <p:txBody>
          <a:bodyPr wrap="square" rtlCol="0">
            <a:spAutoFit/>
          </a:bodyPr>
          <a:lstStyle/>
          <a:p>
            <a:r>
              <a:rPr lang="en-GB" sz="3600" dirty="0">
                <a:solidFill>
                  <a:schemeClr val="tx2">
                    <a:lumMod val="20000"/>
                    <a:lumOff val="80000"/>
                  </a:schemeClr>
                </a:solidFill>
              </a:rPr>
              <a:t>30%</a:t>
            </a:r>
            <a:endParaRPr lang="en-ZA" sz="3600" dirty="0">
              <a:solidFill>
                <a:schemeClr val="tx2">
                  <a:lumMod val="20000"/>
                  <a:lumOff val="80000"/>
                </a:schemeClr>
              </a:solidFill>
            </a:endParaRPr>
          </a:p>
        </p:txBody>
      </p:sp>
      <p:sp>
        <p:nvSpPr>
          <p:cNvPr id="13" name="TextBox 12">
            <a:extLst>
              <a:ext uri="{FF2B5EF4-FFF2-40B4-BE49-F238E27FC236}">
                <a16:creationId xmlns:a16="http://schemas.microsoft.com/office/drawing/2014/main" id="{ADAE7039-B4CF-211E-F62F-D90CB299FC2D}"/>
              </a:ext>
            </a:extLst>
          </p:cNvPr>
          <p:cNvSpPr txBox="1"/>
          <p:nvPr/>
        </p:nvSpPr>
        <p:spPr>
          <a:xfrm>
            <a:off x="5608819" y="2797581"/>
            <a:ext cx="1286655" cy="646331"/>
          </a:xfrm>
          <a:prstGeom prst="rect">
            <a:avLst/>
          </a:prstGeom>
          <a:noFill/>
        </p:spPr>
        <p:txBody>
          <a:bodyPr wrap="square" rtlCol="0">
            <a:spAutoFit/>
          </a:bodyPr>
          <a:lstStyle/>
          <a:p>
            <a:r>
              <a:rPr lang="en-GB" sz="3600" dirty="0">
                <a:solidFill>
                  <a:schemeClr val="tx2">
                    <a:lumMod val="20000"/>
                    <a:lumOff val="80000"/>
                  </a:schemeClr>
                </a:solidFill>
              </a:rPr>
              <a:t>40%</a:t>
            </a:r>
            <a:endParaRPr lang="en-ZA" sz="3600" dirty="0">
              <a:solidFill>
                <a:schemeClr val="tx2">
                  <a:lumMod val="20000"/>
                  <a:lumOff val="80000"/>
                </a:schemeClr>
              </a:solidFill>
            </a:endParaRPr>
          </a:p>
        </p:txBody>
      </p:sp>
      <p:sp>
        <p:nvSpPr>
          <p:cNvPr id="14" name="TextBox 13">
            <a:extLst>
              <a:ext uri="{FF2B5EF4-FFF2-40B4-BE49-F238E27FC236}">
                <a16:creationId xmlns:a16="http://schemas.microsoft.com/office/drawing/2014/main" id="{12569845-E58C-2D60-B721-20640D0027E2}"/>
              </a:ext>
            </a:extLst>
          </p:cNvPr>
          <p:cNvSpPr txBox="1"/>
          <p:nvPr/>
        </p:nvSpPr>
        <p:spPr>
          <a:xfrm>
            <a:off x="9563725" y="2814562"/>
            <a:ext cx="1069298" cy="646331"/>
          </a:xfrm>
          <a:prstGeom prst="rect">
            <a:avLst/>
          </a:prstGeom>
          <a:noFill/>
        </p:spPr>
        <p:txBody>
          <a:bodyPr wrap="square" rtlCol="0">
            <a:spAutoFit/>
          </a:bodyPr>
          <a:lstStyle/>
          <a:p>
            <a:r>
              <a:rPr lang="en-GB" sz="3600" dirty="0">
                <a:solidFill>
                  <a:schemeClr val="tx2">
                    <a:lumMod val="20000"/>
                    <a:lumOff val="80000"/>
                  </a:schemeClr>
                </a:solidFill>
              </a:rPr>
              <a:t>25%</a:t>
            </a:r>
            <a:endParaRPr lang="en-ZA" sz="3600" dirty="0">
              <a:solidFill>
                <a:schemeClr val="tx2">
                  <a:lumMod val="20000"/>
                  <a:lumOff val="80000"/>
                </a:schemeClr>
              </a:solidFill>
            </a:endParaRPr>
          </a:p>
        </p:txBody>
      </p:sp>
      <p:sp>
        <p:nvSpPr>
          <p:cNvPr id="15" name="Text 2">
            <a:extLst>
              <a:ext uri="{FF2B5EF4-FFF2-40B4-BE49-F238E27FC236}">
                <a16:creationId xmlns:a16="http://schemas.microsoft.com/office/drawing/2014/main" id="{7DD85BD8-6AB9-3E1E-38AF-F4ECBD802531}"/>
              </a:ext>
            </a:extLst>
          </p:cNvPr>
          <p:cNvSpPr/>
          <p:nvPr/>
        </p:nvSpPr>
        <p:spPr>
          <a:xfrm>
            <a:off x="604576" y="5229983"/>
            <a:ext cx="2816185" cy="351949"/>
          </a:xfrm>
          <a:prstGeom prst="rect">
            <a:avLst/>
          </a:prstGeom>
          <a:noFill/>
          <a:ln/>
        </p:spPr>
        <p:txBody>
          <a:bodyPr wrap="none" lIns="0" tIns="0" rIns="0" bIns="0" rtlCol="0" anchor="t"/>
          <a:lstStyle/>
          <a:p>
            <a:pPr marL="0" indent="0" algn="ctr">
              <a:lnSpc>
                <a:spcPts val="2750"/>
              </a:lnSpc>
              <a:buNone/>
            </a:pPr>
            <a:r>
              <a:rPr lang="en-US" sz="2200" dirty="0">
                <a:latin typeface="Lora" pitchFamily="34" charset="0"/>
                <a:ea typeface="Lora" pitchFamily="34" charset="-122"/>
                <a:cs typeface="Lora" pitchFamily="34" charset="-120"/>
              </a:rPr>
              <a:t>Lost Revenue</a:t>
            </a:r>
            <a:endParaRPr lang="en-US" sz="2200" dirty="0"/>
          </a:p>
        </p:txBody>
      </p:sp>
      <p:sp>
        <p:nvSpPr>
          <p:cNvPr id="16" name="Text 5">
            <a:extLst>
              <a:ext uri="{FF2B5EF4-FFF2-40B4-BE49-F238E27FC236}">
                <a16:creationId xmlns:a16="http://schemas.microsoft.com/office/drawing/2014/main" id="{EBADB9A7-EE06-0B7A-A13E-AA4DCB8E8603}"/>
              </a:ext>
            </a:extLst>
          </p:cNvPr>
          <p:cNvSpPr/>
          <p:nvPr/>
        </p:nvSpPr>
        <p:spPr>
          <a:xfrm>
            <a:off x="4844053" y="5229982"/>
            <a:ext cx="2816185" cy="351949"/>
          </a:xfrm>
          <a:prstGeom prst="rect">
            <a:avLst/>
          </a:prstGeom>
          <a:noFill/>
          <a:ln/>
        </p:spPr>
        <p:txBody>
          <a:bodyPr wrap="none" lIns="0" tIns="0" rIns="0" bIns="0" rtlCol="0" anchor="t"/>
          <a:lstStyle/>
          <a:p>
            <a:pPr marL="0" indent="0" algn="ctr">
              <a:lnSpc>
                <a:spcPts val="2750"/>
              </a:lnSpc>
              <a:buNone/>
            </a:pPr>
            <a:r>
              <a:rPr lang="en-US" sz="2200" dirty="0">
                <a:latin typeface="Lora" pitchFamily="34" charset="0"/>
                <a:ea typeface="Lora" pitchFamily="34" charset="-122"/>
                <a:cs typeface="Lora" pitchFamily="34" charset="-120"/>
              </a:rPr>
              <a:t>Staff Time Wasted</a:t>
            </a:r>
            <a:endParaRPr lang="en-US" sz="2200" dirty="0"/>
          </a:p>
        </p:txBody>
      </p:sp>
      <p:sp>
        <p:nvSpPr>
          <p:cNvPr id="17" name="Text 8">
            <a:extLst>
              <a:ext uri="{FF2B5EF4-FFF2-40B4-BE49-F238E27FC236}">
                <a16:creationId xmlns:a16="http://schemas.microsoft.com/office/drawing/2014/main" id="{E0FFB101-E993-77C0-B98C-6503402E6F21}"/>
              </a:ext>
            </a:extLst>
          </p:cNvPr>
          <p:cNvSpPr/>
          <p:nvPr/>
        </p:nvSpPr>
        <p:spPr>
          <a:xfrm>
            <a:off x="8961250" y="5229982"/>
            <a:ext cx="2902268" cy="351949"/>
          </a:xfrm>
          <a:prstGeom prst="rect">
            <a:avLst/>
          </a:prstGeom>
          <a:noFill/>
          <a:ln/>
        </p:spPr>
        <p:txBody>
          <a:bodyPr wrap="none" lIns="0" tIns="0" rIns="0" bIns="0" rtlCol="0" anchor="t"/>
          <a:lstStyle/>
          <a:p>
            <a:pPr marL="0" indent="0" algn="ctr">
              <a:lnSpc>
                <a:spcPts val="2750"/>
              </a:lnSpc>
              <a:buNone/>
            </a:pPr>
            <a:r>
              <a:rPr lang="en-US" sz="2200" dirty="0">
                <a:latin typeface="Lora" pitchFamily="34" charset="0"/>
                <a:ea typeface="Lora" pitchFamily="34" charset="-122"/>
                <a:cs typeface="Lora" pitchFamily="34" charset="-120"/>
              </a:rPr>
              <a:t>Customer Satisfaction</a:t>
            </a:r>
            <a:endParaRPr lang="en-US" sz="2200" dirty="0"/>
          </a:p>
        </p:txBody>
      </p:sp>
      <p:sp>
        <p:nvSpPr>
          <p:cNvPr id="19" name="Text 3">
            <a:extLst>
              <a:ext uri="{FF2B5EF4-FFF2-40B4-BE49-F238E27FC236}">
                <a16:creationId xmlns:a16="http://schemas.microsoft.com/office/drawing/2014/main" id="{89D505CE-CD74-7EED-C5E1-B1316028D6A0}"/>
              </a:ext>
            </a:extLst>
          </p:cNvPr>
          <p:cNvSpPr/>
          <p:nvPr/>
        </p:nvSpPr>
        <p:spPr>
          <a:xfrm>
            <a:off x="346492" y="5726827"/>
            <a:ext cx="4118848" cy="766048"/>
          </a:xfrm>
          <a:prstGeom prst="rect">
            <a:avLst/>
          </a:prstGeom>
          <a:noFill/>
          <a:ln/>
        </p:spPr>
        <p:txBody>
          <a:bodyPr wrap="square" lIns="0" tIns="0" rIns="0" bIns="0" rtlCol="0" anchor="t"/>
          <a:lstStyle/>
          <a:p>
            <a:pPr marL="0" indent="0" algn="ctr">
              <a:lnSpc>
                <a:spcPts val="3000"/>
              </a:lnSpc>
              <a:buNone/>
            </a:pPr>
            <a:r>
              <a:rPr lang="en-US" sz="1850" dirty="0">
                <a:latin typeface="Source Sans 3" pitchFamily="34" charset="0"/>
                <a:ea typeface="Source Sans 3" pitchFamily="34" charset="-122"/>
                <a:cs typeface="Source Sans 3" pitchFamily="34" charset="-120"/>
              </a:rPr>
              <a:t>Customers turn to competitors with better online booking systems</a:t>
            </a:r>
            <a:endParaRPr lang="en-US" sz="1850" dirty="0"/>
          </a:p>
        </p:txBody>
      </p:sp>
      <p:sp>
        <p:nvSpPr>
          <p:cNvPr id="20" name="Text 6">
            <a:extLst>
              <a:ext uri="{FF2B5EF4-FFF2-40B4-BE49-F238E27FC236}">
                <a16:creationId xmlns:a16="http://schemas.microsoft.com/office/drawing/2014/main" id="{0B0D4103-C34F-4F36-9CB6-74EE6937BB61}"/>
              </a:ext>
            </a:extLst>
          </p:cNvPr>
          <p:cNvSpPr/>
          <p:nvPr/>
        </p:nvSpPr>
        <p:spPr>
          <a:xfrm>
            <a:off x="4342623" y="5726827"/>
            <a:ext cx="4118848" cy="766048"/>
          </a:xfrm>
          <a:prstGeom prst="rect">
            <a:avLst/>
          </a:prstGeom>
          <a:noFill/>
          <a:ln/>
        </p:spPr>
        <p:txBody>
          <a:bodyPr wrap="square" lIns="0" tIns="0" rIns="0" bIns="0" rtlCol="0" anchor="t"/>
          <a:lstStyle/>
          <a:p>
            <a:pPr marL="0" indent="0" algn="ctr">
              <a:lnSpc>
                <a:spcPts val="3000"/>
              </a:lnSpc>
              <a:buNone/>
            </a:pPr>
            <a:r>
              <a:rPr lang="en-US" sz="1850" dirty="0">
                <a:latin typeface="Source Sans 3" pitchFamily="34" charset="0"/>
                <a:ea typeface="Source Sans 3" pitchFamily="34" charset="-122"/>
                <a:cs typeface="Source Sans 3" pitchFamily="34" charset="-120"/>
              </a:rPr>
              <a:t>     Hours spent managing manual bookings and resolving order errors</a:t>
            </a:r>
            <a:endParaRPr lang="en-US" sz="1850" dirty="0"/>
          </a:p>
        </p:txBody>
      </p:sp>
      <p:sp>
        <p:nvSpPr>
          <p:cNvPr id="21" name="Text 9">
            <a:extLst>
              <a:ext uri="{FF2B5EF4-FFF2-40B4-BE49-F238E27FC236}">
                <a16:creationId xmlns:a16="http://schemas.microsoft.com/office/drawing/2014/main" id="{4DD8786A-D3D8-A1AD-49FA-A2B4BD765F9A}"/>
              </a:ext>
            </a:extLst>
          </p:cNvPr>
          <p:cNvSpPr/>
          <p:nvPr/>
        </p:nvSpPr>
        <p:spPr>
          <a:xfrm>
            <a:off x="8038950" y="5726827"/>
            <a:ext cx="4118848" cy="766048"/>
          </a:xfrm>
          <a:prstGeom prst="rect">
            <a:avLst/>
          </a:prstGeom>
          <a:noFill/>
          <a:ln/>
        </p:spPr>
        <p:txBody>
          <a:bodyPr wrap="square" lIns="0" tIns="0" rIns="0" bIns="0" rtlCol="0" anchor="t"/>
          <a:lstStyle/>
          <a:p>
            <a:pPr marL="0" indent="0" algn="ctr">
              <a:lnSpc>
                <a:spcPts val="3000"/>
              </a:lnSpc>
              <a:buNone/>
            </a:pPr>
            <a:r>
              <a:rPr lang="en-US" sz="1850" dirty="0">
                <a:latin typeface="Source Sans 3" pitchFamily="34" charset="0"/>
                <a:ea typeface="Source Sans 3" pitchFamily="34" charset="-122"/>
                <a:cs typeface="Source Sans 3" pitchFamily="34" charset="-120"/>
              </a:rPr>
              <a:t>Negative reviews from booking</a:t>
            </a:r>
          </a:p>
          <a:p>
            <a:pPr marL="0" indent="0" algn="ctr">
              <a:lnSpc>
                <a:spcPts val="3000"/>
              </a:lnSpc>
              <a:buNone/>
            </a:pPr>
            <a:r>
              <a:rPr lang="en-US" sz="1850" dirty="0">
                <a:latin typeface="Source Sans 3" pitchFamily="34" charset="0"/>
                <a:ea typeface="Source Sans 3" pitchFamily="34" charset="-122"/>
                <a:cs typeface="Source Sans 3" pitchFamily="34" charset="-120"/>
              </a:rPr>
              <a:t>mix-ups and incorrect orders</a:t>
            </a:r>
            <a:endParaRPr lang="en-US" sz="1850" dirty="0"/>
          </a:p>
        </p:txBody>
      </p:sp>
    </p:spTree>
    <p:extLst>
      <p:ext uri="{BB962C8B-B14F-4D97-AF65-F5344CB8AC3E}">
        <p14:creationId xmlns:p14="http://schemas.microsoft.com/office/powerpoint/2010/main" val="33167108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FA064E95-DBA2-F17E-BAB0-E808BE9E2703}"/>
              </a:ext>
            </a:extLst>
          </p:cNvPr>
          <p:cNvSpPr>
            <a:spLocks noGrp="1"/>
          </p:cNvSpPr>
          <p:nvPr>
            <p:ph type="title"/>
          </p:nvPr>
        </p:nvSpPr>
        <p:spPr>
          <a:xfrm>
            <a:off x="490930" y="241653"/>
            <a:ext cx="5431435" cy="1325563"/>
          </a:xfrm>
          <a:prstGeom prst="rect">
            <a:avLst/>
          </a:prstGeom>
          <a:noFill/>
          <a:ln/>
        </p:spPr>
        <p:txBody>
          <a:bodyPr wrap="square" lIns="0" tIns="0" rIns="0" bIns="0" rtlCol="0" anchor="t">
            <a:normAutofit/>
          </a:bodyPr>
          <a:lstStyle/>
          <a:p>
            <a:pPr marL="0" indent="0" algn="l">
              <a:lnSpc>
                <a:spcPts val="5150"/>
              </a:lnSpc>
              <a:buNone/>
            </a:pPr>
            <a:r>
              <a:rPr lang="en-US" sz="3200" dirty="0">
                <a:solidFill>
                  <a:srgbClr val="F98AC7"/>
                </a:solidFill>
                <a:latin typeface="Lora" pitchFamily="34" charset="0"/>
                <a:ea typeface="Lora" pitchFamily="34" charset="-122"/>
                <a:cs typeface="Lora" pitchFamily="34" charset="-120"/>
              </a:rPr>
              <a:t>The Solution: A Static Website on AWS</a:t>
            </a:r>
            <a:endParaRPr lang="en-US" sz="3200" dirty="0"/>
          </a:p>
        </p:txBody>
      </p:sp>
      <p:pic>
        <p:nvPicPr>
          <p:cNvPr id="7" name="Picture 6" descr="A computer with a login page&#10;&#10;AI-generated content may be incorrect.">
            <a:extLst>
              <a:ext uri="{FF2B5EF4-FFF2-40B4-BE49-F238E27FC236}">
                <a16:creationId xmlns:a16="http://schemas.microsoft.com/office/drawing/2014/main" id="{AFB1D416-49D3-F2CF-2CE1-BD6F97B698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9636" y="0"/>
            <a:ext cx="5922364" cy="6858000"/>
          </a:xfrm>
          <a:prstGeom prst="rect">
            <a:avLst/>
          </a:prstGeom>
        </p:spPr>
      </p:pic>
      <p:pic>
        <p:nvPicPr>
          <p:cNvPr id="8" name="Image 1" descr="preencoded.png">
            <a:extLst>
              <a:ext uri="{FF2B5EF4-FFF2-40B4-BE49-F238E27FC236}">
                <a16:creationId xmlns:a16="http://schemas.microsoft.com/office/drawing/2014/main" id="{309DA40C-9D0D-52FC-CEF4-6AA651FCC47F}"/>
              </a:ext>
            </a:extLst>
          </p:cNvPr>
          <p:cNvPicPr>
            <a:picLocks noChangeAspect="1"/>
          </p:cNvPicPr>
          <p:nvPr/>
        </p:nvPicPr>
        <p:blipFill>
          <a:blip r:embed="rId4"/>
          <a:stretch>
            <a:fillRect/>
          </a:stretch>
        </p:blipFill>
        <p:spPr>
          <a:xfrm>
            <a:off x="380006" y="1741745"/>
            <a:ext cx="515531" cy="324000"/>
          </a:xfrm>
          <a:prstGeom prst="rect">
            <a:avLst/>
          </a:prstGeom>
        </p:spPr>
      </p:pic>
      <p:sp>
        <p:nvSpPr>
          <p:cNvPr id="11" name="Text 1">
            <a:extLst>
              <a:ext uri="{FF2B5EF4-FFF2-40B4-BE49-F238E27FC236}">
                <a16:creationId xmlns:a16="http://schemas.microsoft.com/office/drawing/2014/main" id="{3290A450-9702-2086-10B3-930A394F48B9}"/>
              </a:ext>
            </a:extLst>
          </p:cNvPr>
          <p:cNvSpPr/>
          <p:nvPr/>
        </p:nvSpPr>
        <p:spPr>
          <a:xfrm>
            <a:off x="1052590" y="1705790"/>
            <a:ext cx="3436858" cy="329803"/>
          </a:xfrm>
          <a:prstGeom prst="rect">
            <a:avLst/>
          </a:prstGeom>
          <a:noFill/>
          <a:ln/>
        </p:spPr>
        <p:txBody>
          <a:bodyPr wrap="none" lIns="0" tIns="0" rIns="0" bIns="0" rtlCol="0" anchor="t"/>
          <a:lstStyle/>
          <a:p>
            <a:pPr marL="0" indent="0" algn="l">
              <a:lnSpc>
                <a:spcPts val="2550"/>
              </a:lnSpc>
              <a:buNone/>
            </a:pPr>
            <a:r>
              <a:rPr lang="en-US" b="1" dirty="0">
                <a:solidFill>
                  <a:srgbClr val="D6E5EF"/>
                </a:solidFill>
                <a:latin typeface="Lora" pitchFamily="34" charset="0"/>
                <a:ea typeface="Lora" pitchFamily="34" charset="-122"/>
                <a:cs typeface="Lora" pitchFamily="34" charset="-120"/>
              </a:rPr>
              <a:t>Centralized </a:t>
            </a:r>
            <a:r>
              <a:rPr lang="en-US" sz="1600" b="1" dirty="0">
                <a:solidFill>
                  <a:srgbClr val="D6E5EF"/>
                </a:solidFill>
                <a:latin typeface="Lora" pitchFamily="34" charset="0"/>
                <a:ea typeface="Lora" pitchFamily="34" charset="-122"/>
                <a:cs typeface="Lora" pitchFamily="34" charset="-120"/>
              </a:rPr>
              <a:t>Booking</a:t>
            </a:r>
            <a:r>
              <a:rPr lang="en-US" b="1" dirty="0">
                <a:solidFill>
                  <a:srgbClr val="D6E5EF"/>
                </a:solidFill>
                <a:latin typeface="Lora" pitchFamily="34" charset="0"/>
                <a:ea typeface="Lora" pitchFamily="34" charset="-122"/>
                <a:cs typeface="Lora" pitchFamily="34" charset="-120"/>
              </a:rPr>
              <a:t> System</a:t>
            </a:r>
            <a:endParaRPr lang="en-US" b="1" dirty="0"/>
          </a:p>
        </p:txBody>
      </p:sp>
      <p:sp>
        <p:nvSpPr>
          <p:cNvPr id="12" name="Text 2">
            <a:extLst>
              <a:ext uri="{FF2B5EF4-FFF2-40B4-BE49-F238E27FC236}">
                <a16:creationId xmlns:a16="http://schemas.microsoft.com/office/drawing/2014/main" id="{4361EECA-C948-97C8-0B4A-F0A3E21A3C43}"/>
              </a:ext>
            </a:extLst>
          </p:cNvPr>
          <p:cNvSpPr/>
          <p:nvPr/>
        </p:nvSpPr>
        <p:spPr>
          <a:xfrm>
            <a:off x="1052590" y="2111020"/>
            <a:ext cx="5217046" cy="717233"/>
          </a:xfrm>
          <a:prstGeom prst="rect">
            <a:avLst/>
          </a:prstGeom>
          <a:noFill/>
          <a:ln/>
        </p:spPr>
        <p:txBody>
          <a:bodyPr wrap="square" lIns="0" tIns="0" rIns="0" bIns="0" rtlCol="0" anchor="t"/>
          <a:lstStyle/>
          <a:p>
            <a:pPr marL="0" indent="0" algn="l">
              <a:lnSpc>
                <a:spcPts val="2800"/>
              </a:lnSpc>
              <a:buNone/>
            </a:pPr>
            <a:r>
              <a:rPr lang="en-US" sz="1600" i="1" dirty="0">
                <a:solidFill>
                  <a:srgbClr val="D6E5EF"/>
                </a:solidFill>
                <a:latin typeface="Source Sans 3" pitchFamily="34" charset="0"/>
                <a:ea typeface="Source Sans 3" pitchFamily="34" charset="-122"/>
                <a:cs typeface="Source Sans 3" pitchFamily="34" charset="-120"/>
              </a:rPr>
              <a:t>Customers reserve tables directly online with instant confirmation. No more phone tag or confusion.</a:t>
            </a:r>
            <a:endParaRPr lang="en-US" sz="1600" i="1" dirty="0"/>
          </a:p>
        </p:txBody>
      </p:sp>
      <p:sp>
        <p:nvSpPr>
          <p:cNvPr id="13" name="Text 3">
            <a:extLst>
              <a:ext uri="{FF2B5EF4-FFF2-40B4-BE49-F238E27FC236}">
                <a16:creationId xmlns:a16="http://schemas.microsoft.com/office/drawing/2014/main" id="{4148326F-0368-5EEC-69F5-C35100CB3876}"/>
              </a:ext>
            </a:extLst>
          </p:cNvPr>
          <p:cNvSpPr/>
          <p:nvPr/>
        </p:nvSpPr>
        <p:spPr>
          <a:xfrm>
            <a:off x="1052590" y="3061911"/>
            <a:ext cx="3019663" cy="329803"/>
          </a:xfrm>
          <a:prstGeom prst="rect">
            <a:avLst/>
          </a:prstGeom>
          <a:noFill/>
          <a:ln/>
        </p:spPr>
        <p:txBody>
          <a:bodyPr wrap="none" lIns="0" tIns="0" rIns="0" bIns="0" rtlCol="0" anchor="t"/>
          <a:lstStyle/>
          <a:p>
            <a:pPr marL="0" indent="0" algn="l">
              <a:lnSpc>
                <a:spcPts val="2550"/>
              </a:lnSpc>
              <a:buNone/>
            </a:pPr>
            <a:r>
              <a:rPr lang="en-US" b="1" dirty="0">
                <a:solidFill>
                  <a:srgbClr val="D6E5EF"/>
                </a:solidFill>
                <a:latin typeface="Lora" pitchFamily="34" charset="0"/>
                <a:ea typeface="Lora" pitchFamily="34" charset="-122"/>
                <a:cs typeface="Lora" pitchFamily="34" charset="-120"/>
              </a:rPr>
              <a:t>Digital Menu &amp; Ordering</a:t>
            </a:r>
            <a:endParaRPr lang="en-US" b="1" dirty="0"/>
          </a:p>
        </p:txBody>
      </p:sp>
      <p:sp>
        <p:nvSpPr>
          <p:cNvPr id="14" name="Text 4">
            <a:extLst>
              <a:ext uri="{FF2B5EF4-FFF2-40B4-BE49-F238E27FC236}">
                <a16:creationId xmlns:a16="http://schemas.microsoft.com/office/drawing/2014/main" id="{02E010A4-2F4B-A1B6-E9E0-46C4724E67F6}"/>
              </a:ext>
            </a:extLst>
          </p:cNvPr>
          <p:cNvSpPr/>
          <p:nvPr/>
        </p:nvSpPr>
        <p:spPr>
          <a:xfrm>
            <a:off x="1052591" y="3526948"/>
            <a:ext cx="5043410" cy="717233"/>
          </a:xfrm>
          <a:prstGeom prst="rect">
            <a:avLst/>
          </a:prstGeom>
          <a:noFill/>
          <a:ln/>
        </p:spPr>
        <p:txBody>
          <a:bodyPr wrap="square" lIns="0" tIns="0" rIns="0" bIns="0" rtlCol="0" anchor="t"/>
          <a:lstStyle/>
          <a:p>
            <a:pPr marL="0" indent="0" algn="l">
              <a:lnSpc>
                <a:spcPts val="2800"/>
              </a:lnSpc>
              <a:buNone/>
            </a:pPr>
            <a:r>
              <a:rPr lang="en-US" sz="1600" i="1" dirty="0">
                <a:solidFill>
                  <a:srgbClr val="D6E5EF"/>
                </a:solidFill>
                <a:latin typeface="Source Sans 3" pitchFamily="34" charset="0"/>
                <a:ea typeface="Source Sans 3" pitchFamily="34" charset="-122"/>
                <a:cs typeface="Source Sans 3" pitchFamily="34" charset="-120"/>
              </a:rPr>
              <a:t>Showcase your full menu, specials, and pricing. Customers can place orders ahead with clear details.</a:t>
            </a:r>
            <a:endParaRPr lang="en-US" sz="1600" i="1" dirty="0"/>
          </a:p>
        </p:txBody>
      </p:sp>
      <p:sp>
        <p:nvSpPr>
          <p:cNvPr id="15" name="Text 5">
            <a:extLst>
              <a:ext uri="{FF2B5EF4-FFF2-40B4-BE49-F238E27FC236}">
                <a16:creationId xmlns:a16="http://schemas.microsoft.com/office/drawing/2014/main" id="{EE27BE30-1BED-885F-B31F-6AB07EDEA898}"/>
              </a:ext>
            </a:extLst>
          </p:cNvPr>
          <p:cNvSpPr/>
          <p:nvPr/>
        </p:nvSpPr>
        <p:spPr>
          <a:xfrm>
            <a:off x="1052590" y="4559405"/>
            <a:ext cx="2780228" cy="329803"/>
          </a:xfrm>
          <a:prstGeom prst="rect">
            <a:avLst/>
          </a:prstGeom>
          <a:noFill/>
          <a:ln/>
        </p:spPr>
        <p:txBody>
          <a:bodyPr wrap="none" lIns="0" tIns="0" rIns="0" bIns="0" rtlCol="0" anchor="t"/>
          <a:lstStyle/>
          <a:p>
            <a:pPr marL="0" indent="0" algn="l">
              <a:lnSpc>
                <a:spcPts val="2550"/>
              </a:lnSpc>
              <a:buNone/>
            </a:pPr>
            <a:r>
              <a:rPr lang="en-US" b="1" dirty="0">
                <a:solidFill>
                  <a:srgbClr val="D6E5EF"/>
                </a:solidFill>
                <a:latin typeface="Lora" pitchFamily="34" charset="0"/>
                <a:ea typeface="Lora" pitchFamily="34" charset="-122"/>
                <a:cs typeface="Lora" pitchFamily="34" charset="-120"/>
              </a:rPr>
              <a:t>Real-Time Information</a:t>
            </a:r>
            <a:endParaRPr lang="en-US" b="1" dirty="0"/>
          </a:p>
        </p:txBody>
      </p:sp>
      <p:sp>
        <p:nvSpPr>
          <p:cNvPr id="16" name="Text 6">
            <a:extLst>
              <a:ext uri="{FF2B5EF4-FFF2-40B4-BE49-F238E27FC236}">
                <a16:creationId xmlns:a16="http://schemas.microsoft.com/office/drawing/2014/main" id="{E8BD53D4-5580-7CA9-28DE-8196F679011D}"/>
              </a:ext>
            </a:extLst>
          </p:cNvPr>
          <p:cNvSpPr/>
          <p:nvPr/>
        </p:nvSpPr>
        <p:spPr>
          <a:xfrm>
            <a:off x="1052591" y="5027782"/>
            <a:ext cx="5217046" cy="717233"/>
          </a:xfrm>
          <a:prstGeom prst="rect">
            <a:avLst/>
          </a:prstGeom>
          <a:noFill/>
          <a:ln/>
        </p:spPr>
        <p:txBody>
          <a:bodyPr wrap="square" lIns="0" tIns="0" rIns="0" bIns="0" rtlCol="0" anchor="t"/>
          <a:lstStyle/>
          <a:p>
            <a:pPr marL="0" indent="0" algn="l">
              <a:lnSpc>
                <a:spcPts val="2800"/>
              </a:lnSpc>
              <a:buNone/>
            </a:pPr>
            <a:r>
              <a:rPr lang="en-US" sz="1600" dirty="0">
                <a:solidFill>
                  <a:srgbClr val="D6E5EF"/>
                </a:solidFill>
                <a:latin typeface="Source Sans 3" pitchFamily="34" charset="0"/>
                <a:ea typeface="Source Sans 3" pitchFamily="34" charset="-122"/>
                <a:cs typeface="Source Sans 3" pitchFamily="34" charset="-120"/>
              </a:rPr>
              <a:t>Hours, location, availability updates push instantly to customers through a always-on website.</a:t>
            </a:r>
            <a:endParaRPr lang="en-US" sz="1600" dirty="0"/>
          </a:p>
        </p:txBody>
      </p:sp>
      <p:pic>
        <p:nvPicPr>
          <p:cNvPr id="6" name="Image 1" descr="preencoded.png">
            <a:extLst>
              <a:ext uri="{FF2B5EF4-FFF2-40B4-BE49-F238E27FC236}">
                <a16:creationId xmlns:a16="http://schemas.microsoft.com/office/drawing/2014/main" id="{247A3BD0-29B2-90D8-9FED-032B18A6E0B9}"/>
              </a:ext>
            </a:extLst>
          </p:cNvPr>
          <p:cNvPicPr>
            <a:picLocks noChangeAspect="1"/>
          </p:cNvPicPr>
          <p:nvPr/>
        </p:nvPicPr>
        <p:blipFill>
          <a:blip r:embed="rId4"/>
          <a:stretch>
            <a:fillRect/>
          </a:stretch>
        </p:blipFill>
        <p:spPr>
          <a:xfrm>
            <a:off x="380006" y="3105000"/>
            <a:ext cx="515531" cy="324000"/>
          </a:xfrm>
          <a:prstGeom prst="rect">
            <a:avLst/>
          </a:prstGeom>
        </p:spPr>
      </p:pic>
      <p:pic>
        <p:nvPicPr>
          <p:cNvPr id="17" name="Image 1" descr="preencoded.png">
            <a:extLst>
              <a:ext uri="{FF2B5EF4-FFF2-40B4-BE49-F238E27FC236}">
                <a16:creationId xmlns:a16="http://schemas.microsoft.com/office/drawing/2014/main" id="{C6935A46-2F71-4424-3B38-7C84DD09B6DD}"/>
              </a:ext>
            </a:extLst>
          </p:cNvPr>
          <p:cNvPicPr>
            <a:picLocks noChangeAspect="1"/>
          </p:cNvPicPr>
          <p:nvPr/>
        </p:nvPicPr>
        <p:blipFill>
          <a:blip r:embed="rId4"/>
          <a:stretch>
            <a:fillRect/>
          </a:stretch>
        </p:blipFill>
        <p:spPr>
          <a:xfrm>
            <a:off x="380006" y="4562310"/>
            <a:ext cx="515531" cy="324000"/>
          </a:xfrm>
          <a:prstGeom prst="rect">
            <a:avLst/>
          </a:prstGeom>
        </p:spPr>
      </p:pic>
    </p:spTree>
    <p:extLst>
      <p:ext uri="{BB962C8B-B14F-4D97-AF65-F5344CB8AC3E}">
        <p14:creationId xmlns:p14="http://schemas.microsoft.com/office/powerpoint/2010/main" val="19929282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0DF07C89-A1B8-1F09-19A9-D663C37D29EC}"/>
              </a:ext>
            </a:extLst>
          </p:cNvPr>
          <p:cNvPicPr>
            <a:picLocks noGrp="1" noChangeAspect="1"/>
          </p:cNvPicPr>
          <p:nvPr>
            <p:ph idx="1"/>
          </p:nvPr>
        </p:nvPicPr>
        <p:blipFill>
          <a:blip r:embed="rId3"/>
          <a:stretch>
            <a:fillRect/>
          </a:stretch>
        </p:blipFill>
        <p:spPr>
          <a:xfrm>
            <a:off x="6096000" y="766708"/>
            <a:ext cx="5917323" cy="5476437"/>
          </a:xfrm>
          <a:prstGeom prst="rect">
            <a:avLst/>
          </a:prstGeom>
        </p:spPr>
      </p:pic>
      <p:sp>
        <p:nvSpPr>
          <p:cNvPr id="7" name="Text 0">
            <a:extLst>
              <a:ext uri="{FF2B5EF4-FFF2-40B4-BE49-F238E27FC236}">
                <a16:creationId xmlns:a16="http://schemas.microsoft.com/office/drawing/2014/main" id="{1305E673-A160-3060-4C6F-94892241EE8B}"/>
              </a:ext>
            </a:extLst>
          </p:cNvPr>
          <p:cNvSpPr>
            <a:spLocks noGrp="1"/>
          </p:cNvSpPr>
          <p:nvPr>
            <p:ph type="title"/>
          </p:nvPr>
        </p:nvSpPr>
        <p:spPr>
          <a:xfrm>
            <a:off x="378372" y="457200"/>
            <a:ext cx="4540469" cy="804041"/>
          </a:xfrm>
          <a:prstGeom prst="rect">
            <a:avLst/>
          </a:prstGeom>
          <a:noFill/>
          <a:ln/>
        </p:spPr>
        <p:txBody>
          <a:bodyPr wrap="none" lIns="0" tIns="0" rIns="0" bIns="0" rtlCol="0" anchor="t"/>
          <a:lstStyle/>
          <a:p>
            <a:pPr marL="0" indent="0" algn="l">
              <a:lnSpc>
                <a:spcPts val="2750"/>
              </a:lnSpc>
              <a:buNone/>
            </a:pPr>
            <a:r>
              <a:rPr lang="en-US" sz="2200" dirty="0">
                <a:solidFill>
                  <a:srgbClr val="F98AC7"/>
                </a:solidFill>
                <a:latin typeface="Lora" pitchFamily="34" charset="0"/>
                <a:ea typeface="Lora" pitchFamily="34" charset="-122"/>
                <a:cs typeface="Lora" pitchFamily="34" charset="-120"/>
              </a:rPr>
              <a:t>Why AWS? Built for Small Business Growth</a:t>
            </a:r>
            <a:endParaRPr lang="en-US" sz="2200" dirty="0"/>
          </a:p>
        </p:txBody>
      </p:sp>
      <p:sp>
        <p:nvSpPr>
          <p:cNvPr id="8" name="Text 2">
            <a:extLst>
              <a:ext uri="{FF2B5EF4-FFF2-40B4-BE49-F238E27FC236}">
                <a16:creationId xmlns:a16="http://schemas.microsoft.com/office/drawing/2014/main" id="{54F06F6D-833E-547D-B54C-F80F12323F07}"/>
              </a:ext>
            </a:extLst>
          </p:cNvPr>
          <p:cNvSpPr>
            <a:spLocks noGrp="1"/>
          </p:cNvSpPr>
          <p:nvPr>
            <p:ph type="body" sz="half" idx="2"/>
          </p:nvPr>
        </p:nvSpPr>
        <p:spPr>
          <a:xfrm>
            <a:off x="524994" y="1261241"/>
            <a:ext cx="5171268" cy="3811588"/>
          </a:xfrm>
          <a:prstGeom prst="rect">
            <a:avLst/>
          </a:prstGeom>
          <a:noFill/>
          <a:ln/>
        </p:spPr>
        <p:txBody>
          <a:bodyPr wrap="square" lIns="0" tIns="0" rIns="0" bIns="0" rtlCol="0" anchor="t">
            <a:normAutofit/>
          </a:bodyPr>
          <a:lstStyle/>
          <a:p>
            <a:pPr>
              <a:lnSpc>
                <a:spcPts val="1350"/>
              </a:lnSpc>
            </a:pPr>
            <a:r>
              <a:rPr lang="en-US" sz="1800" dirty="0">
                <a:solidFill>
                  <a:srgbClr val="F98AC7"/>
                </a:solidFill>
                <a:latin typeface="Lora" pitchFamily="34" charset="0"/>
                <a:ea typeface="Lora" pitchFamily="34" charset="-122"/>
                <a:cs typeface="Lora" pitchFamily="34" charset="-120"/>
              </a:rPr>
              <a:t>Reliability You Can Trust</a:t>
            </a:r>
            <a:endParaRPr lang="en-US" sz="1800" dirty="0"/>
          </a:p>
          <a:p>
            <a:pPr marL="0" indent="0" algn="l">
              <a:lnSpc>
                <a:spcPct val="150000"/>
              </a:lnSpc>
              <a:buNone/>
            </a:pPr>
            <a:r>
              <a:rPr lang="en-US" sz="1800" dirty="0">
                <a:solidFill>
                  <a:srgbClr val="D6E5EF"/>
                </a:solidFill>
                <a:latin typeface="Source Sans 3" pitchFamily="34" charset="0"/>
                <a:ea typeface="Source Sans 3" pitchFamily="34" charset="-122"/>
                <a:cs typeface="Source Sans 3" pitchFamily="34" charset="-120"/>
              </a:rPr>
              <a:t>AWS ensures your website is always available—99.99% uptime means customers can book  call or email 24/7, even during your busiest dinner service.</a:t>
            </a:r>
            <a:endParaRPr lang="en-US" sz="1800" dirty="0"/>
          </a:p>
        </p:txBody>
      </p:sp>
    </p:spTree>
    <p:extLst>
      <p:ext uri="{BB962C8B-B14F-4D97-AF65-F5344CB8AC3E}">
        <p14:creationId xmlns:p14="http://schemas.microsoft.com/office/powerpoint/2010/main" val="24776587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0">
            <a:extLst>
              <a:ext uri="{FF2B5EF4-FFF2-40B4-BE49-F238E27FC236}">
                <a16:creationId xmlns:a16="http://schemas.microsoft.com/office/drawing/2014/main" id="{0240BE92-8989-96F4-36B7-F33704EB5C0F}"/>
              </a:ext>
            </a:extLst>
          </p:cNvPr>
          <p:cNvSpPr>
            <a:spLocks noGrp="1"/>
          </p:cNvSpPr>
          <p:nvPr>
            <p:ph type="title"/>
          </p:nvPr>
        </p:nvSpPr>
        <p:spPr>
          <a:xfrm>
            <a:off x="838200" y="365125"/>
            <a:ext cx="10515600" cy="1325563"/>
          </a:xfrm>
          <a:prstGeom prst="rect">
            <a:avLst/>
          </a:prstGeom>
          <a:noFill/>
          <a:ln/>
        </p:spPr>
        <p:txBody>
          <a:bodyPr wrap="none" lIns="0" tIns="0" rIns="0" bIns="0" rtlCol="0" anchor="t"/>
          <a:lstStyle/>
          <a:p>
            <a:pPr marL="0" indent="0" algn="l">
              <a:lnSpc>
                <a:spcPts val="5500"/>
              </a:lnSpc>
              <a:buNone/>
            </a:pPr>
            <a:r>
              <a:rPr lang="en-US" sz="4400" dirty="0">
                <a:solidFill>
                  <a:srgbClr val="F98AC7"/>
                </a:solidFill>
                <a:latin typeface="Lora" pitchFamily="34" charset="0"/>
                <a:ea typeface="Lora" pitchFamily="34" charset="-122"/>
                <a:cs typeface="Lora" pitchFamily="34" charset="-120"/>
              </a:rPr>
              <a:t>Key Benefits of Migration to AWS</a:t>
            </a:r>
            <a:endParaRPr lang="en-US" sz="4400" dirty="0"/>
          </a:p>
        </p:txBody>
      </p:sp>
      <p:sp>
        <p:nvSpPr>
          <p:cNvPr id="19" name="Text 3">
            <a:extLst>
              <a:ext uri="{FF2B5EF4-FFF2-40B4-BE49-F238E27FC236}">
                <a16:creationId xmlns:a16="http://schemas.microsoft.com/office/drawing/2014/main" id="{A498C26B-62FB-6835-BED3-2B5829A59D6F}"/>
              </a:ext>
            </a:extLst>
          </p:cNvPr>
          <p:cNvSpPr/>
          <p:nvPr/>
        </p:nvSpPr>
        <p:spPr>
          <a:xfrm>
            <a:off x="1376720" y="1690688"/>
            <a:ext cx="4318278" cy="351949"/>
          </a:xfrm>
          <a:prstGeom prst="rect">
            <a:avLst/>
          </a:prstGeom>
          <a:noFill/>
          <a:ln/>
        </p:spPr>
        <p:txBody>
          <a:bodyPr wrap="none" lIns="0" tIns="0" rIns="0" bIns="0" rtlCol="0" anchor="t"/>
          <a:lstStyle/>
          <a:p>
            <a:pPr marL="0" indent="0" algn="l">
              <a:lnSpc>
                <a:spcPts val="2750"/>
              </a:lnSpc>
              <a:buNone/>
            </a:pPr>
            <a:r>
              <a:rPr lang="en-US" sz="2200" b="1" dirty="0">
                <a:solidFill>
                  <a:srgbClr val="D6E5EF"/>
                </a:solidFill>
                <a:latin typeface="Lora" pitchFamily="34" charset="0"/>
                <a:ea typeface="Lora" pitchFamily="34" charset="-122"/>
                <a:cs typeface="Lora" pitchFamily="34" charset="-120"/>
              </a:rPr>
              <a:t>Eliminate Manual Booking Errors</a:t>
            </a:r>
            <a:endParaRPr lang="en-US" sz="2200" b="1" dirty="0"/>
          </a:p>
        </p:txBody>
      </p:sp>
      <p:sp>
        <p:nvSpPr>
          <p:cNvPr id="20" name="Text 4">
            <a:extLst>
              <a:ext uri="{FF2B5EF4-FFF2-40B4-BE49-F238E27FC236}">
                <a16:creationId xmlns:a16="http://schemas.microsoft.com/office/drawing/2014/main" id="{900F333A-9F35-D4C0-C559-9EFB91866BF8}"/>
              </a:ext>
            </a:extLst>
          </p:cNvPr>
          <p:cNvSpPr/>
          <p:nvPr/>
        </p:nvSpPr>
        <p:spPr>
          <a:xfrm>
            <a:off x="1422274" y="2042637"/>
            <a:ext cx="5549979" cy="1149072"/>
          </a:xfrm>
          <a:prstGeom prst="rect">
            <a:avLst/>
          </a:prstGeom>
          <a:noFill/>
          <a:ln/>
        </p:spPr>
        <p:txBody>
          <a:bodyPr wrap="square" lIns="0" tIns="0" rIns="0" bIns="0" rtlCol="0" anchor="t"/>
          <a:lstStyle/>
          <a:p>
            <a:pPr marL="0" indent="0" algn="l">
              <a:lnSpc>
                <a:spcPts val="3000"/>
              </a:lnSpc>
              <a:buNone/>
            </a:pPr>
            <a:r>
              <a:rPr lang="en-US" sz="1600" dirty="0">
                <a:solidFill>
                  <a:srgbClr val="D6E5EF"/>
                </a:solidFill>
                <a:latin typeface="Source Sans 3" pitchFamily="34" charset="0"/>
                <a:ea typeface="Source Sans 3" pitchFamily="34" charset="-122"/>
                <a:cs typeface="Source Sans 3" pitchFamily="34" charset="-120"/>
              </a:rPr>
              <a:t>Automated reservation system reduces confusion and creates a professional customer experience that builds loyalty.</a:t>
            </a:r>
            <a:endParaRPr lang="en-US" sz="1600" dirty="0"/>
          </a:p>
        </p:txBody>
      </p:sp>
      <p:sp>
        <p:nvSpPr>
          <p:cNvPr id="21" name="Text 7">
            <a:extLst>
              <a:ext uri="{FF2B5EF4-FFF2-40B4-BE49-F238E27FC236}">
                <a16:creationId xmlns:a16="http://schemas.microsoft.com/office/drawing/2014/main" id="{593891A3-F1B1-38C5-E233-E67DF331DF6E}"/>
              </a:ext>
            </a:extLst>
          </p:cNvPr>
          <p:cNvSpPr/>
          <p:nvPr/>
        </p:nvSpPr>
        <p:spPr>
          <a:xfrm>
            <a:off x="7769612" y="1690688"/>
            <a:ext cx="3394829" cy="351949"/>
          </a:xfrm>
          <a:prstGeom prst="rect">
            <a:avLst/>
          </a:prstGeom>
          <a:noFill/>
          <a:ln/>
        </p:spPr>
        <p:txBody>
          <a:bodyPr wrap="none" lIns="0" tIns="0" rIns="0" bIns="0" rtlCol="0" anchor="t"/>
          <a:lstStyle/>
          <a:p>
            <a:pPr marL="0" indent="0" algn="l">
              <a:lnSpc>
                <a:spcPts val="2750"/>
              </a:lnSpc>
              <a:buNone/>
            </a:pPr>
            <a:r>
              <a:rPr lang="en-US" sz="2200" b="1" dirty="0">
                <a:solidFill>
                  <a:srgbClr val="D6E5EF"/>
                </a:solidFill>
                <a:latin typeface="Lora" pitchFamily="34" charset="0"/>
                <a:ea typeface="Lora" pitchFamily="34" charset="-122"/>
                <a:cs typeface="Lora" pitchFamily="34" charset="-120"/>
              </a:rPr>
              <a:t>Reduce Operational Costs</a:t>
            </a:r>
            <a:endParaRPr lang="en-US" sz="2200" b="1" dirty="0"/>
          </a:p>
        </p:txBody>
      </p:sp>
      <p:sp>
        <p:nvSpPr>
          <p:cNvPr id="22" name="Text 8">
            <a:extLst>
              <a:ext uri="{FF2B5EF4-FFF2-40B4-BE49-F238E27FC236}">
                <a16:creationId xmlns:a16="http://schemas.microsoft.com/office/drawing/2014/main" id="{431F9CE0-B65A-CBB8-E1EC-14BBA210E1B0}"/>
              </a:ext>
            </a:extLst>
          </p:cNvPr>
          <p:cNvSpPr/>
          <p:nvPr/>
        </p:nvSpPr>
        <p:spPr>
          <a:xfrm>
            <a:off x="7769612" y="2223783"/>
            <a:ext cx="4291009" cy="1149072"/>
          </a:xfrm>
          <a:prstGeom prst="rect">
            <a:avLst/>
          </a:prstGeom>
          <a:noFill/>
          <a:ln/>
        </p:spPr>
        <p:txBody>
          <a:bodyPr wrap="square" lIns="0" tIns="0" rIns="0" bIns="0" rtlCol="0" anchor="t"/>
          <a:lstStyle/>
          <a:p>
            <a:pPr marL="0" indent="0" algn="l">
              <a:lnSpc>
                <a:spcPts val="3000"/>
              </a:lnSpc>
              <a:buNone/>
            </a:pPr>
            <a:r>
              <a:rPr lang="en-US" sz="1600" dirty="0">
                <a:solidFill>
                  <a:srgbClr val="D6E5EF"/>
                </a:solidFill>
                <a:latin typeface="Source Sans 3" pitchFamily="34" charset="0"/>
                <a:ea typeface="Source Sans 3" pitchFamily="34" charset="-122"/>
                <a:cs typeface="Source Sans 3" pitchFamily="34" charset="-120"/>
              </a:rPr>
              <a:t>Staff spends less time managing reservations and orders, freeing them to focus on exceptional customer service and kitchen efficiency.</a:t>
            </a:r>
            <a:endParaRPr lang="en-US" sz="1600" dirty="0"/>
          </a:p>
        </p:txBody>
      </p:sp>
      <p:sp>
        <p:nvSpPr>
          <p:cNvPr id="23" name="Text 11">
            <a:extLst>
              <a:ext uri="{FF2B5EF4-FFF2-40B4-BE49-F238E27FC236}">
                <a16:creationId xmlns:a16="http://schemas.microsoft.com/office/drawing/2014/main" id="{28F13980-DCEF-458B-050A-95162EA18863}"/>
              </a:ext>
            </a:extLst>
          </p:cNvPr>
          <p:cNvSpPr/>
          <p:nvPr/>
        </p:nvSpPr>
        <p:spPr>
          <a:xfrm>
            <a:off x="1376720" y="3833980"/>
            <a:ext cx="4221718" cy="351949"/>
          </a:xfrm>
          <a:prstGeom prst="rect">
            <a:avLst/>
          </a:prstGeom>
          <a:noFill/>
          <a:ln/>
        </p:spPr>
        <p:txBody>
          <a:bodyPr wrap="none" lIns="0" tIns="0" rIns="0" bIns="0" rtlCol="0" anchor="t"/>
          <a:lstStyle/>
          <a:p>
            <a:pPr marL="0" indent="0" algn="l">
              <a:lnSpc>
                <a:spcPts val="2750"/>
              </a:lnSpc>
              <a:buNone/>
            </a:pPr>
            <a:r>
              <a:rPr lang="en-US" sz="2200" b="1" dirty="0">
                <a:solidFill>
                  <a:srgbClr val="D6E5EF"/>
                </a:solidFill>
                <a:latin typeface="Lora" pitchFamily="34" charset="0"/>
                <a:ea typeface="Lora" pitchFamily="34" charset="-122"/>
                <a:cs typeface="Lora" pitchFamily="34" charset="-120"/>
              </a:rPr>
              <a:t>Increase Revenue Opportunities</a:t>
            </a:r>
            <a:endParaRPr lang="en-US" sz="2200" b="1" dirty="0"/>
          </a:p>
        </p:txBody>
      </p:sp>
      <p:sp>
        <p:nvSpPr>
          <p:cNvPr id="24" name="Text 12">
            <a:extLst>
              <a:ext uri="{FF2B5EF4-FFF2-40B4-BE49-F238E27FC236}">
                <a16:creationId xmlns:a16="http://schemas.microsoft.com/office/drawing/2014/main" id="{F135344D-5A61-81AB-B1E5-739AB87AA2A9}"/>
              </a:ext>
            </a:extLst>
          </p:cNvPr>
          <p:cNvSpPr/>
          <p:nvPr/>
        </p:nvSpPr>
        <p:spPr>
          <a:xfrm>
            <a:off x="1376721" y="4185929"/>
            <a:ext cx="5054060" cy="1149072"/>
          </a:xfrm>
          <a:prstGeom prst="rect">
            <a:avLst/>
          </a:prstGeom>
          <a:noFill/>
          <a:ln/>
        </p:spPr>
        <p:txBody>
          <a:bodyPr wrap="square" lIns="0" tIns="0" rIns="0" bIns="0" rtlCol="0" anchor="t"/>
          <a:lstStyle/>
          <a:p>
            <a:pPr marL="0" indent="0" algn="l">
              <a:lnSpc>
                <a:spcPts val="3000"/>
              </a:lnSpc>
              <a:buNone/>
            </a:pPr>
            <a:r>
              <a:rPr lang="en-US" sz="1600" dirty="0">
                <a:solidFill>
                  <a:srgbClr val="D6E5EF"/>
                </a:solidFill>
                <a:latin typeface="Source Sans 3" pitchFamily="34" charset="0"/>
                <a:ea typeface="Source Sans 3" pitchFamily="34" charset="-122"/>
                <a:cs typeface="Source Sans 3" pitchFamily="34" charset="-120"/>
              </a:rPr>
              <a:t>Online presence attracts new customers, enables pre-orders and advanced bookings, and creates upsell opportunities through digital promotions.</a:t>
            </a:r>
            <a:endParaRPr lang="en-US" sz="1600" dirty="0"/>
          </a:p>
        </p:txBody>
      </p:sp>
      <p:sp>
        <p:nvSpPr>
          <p:cNvPr id="25" name="Text 15">
            <a:extLst>
              <a:ext uri="{FF2B5EF4-FFF2-40B4-BE49-F238E27FC236}">
                <a16:creationId xmlns:a16="http://schemas.microsoft.com/office/drawing/2014/main" id="{D61D62EE-1567-3D8E-4495-B4A6D3200A74}"/>
              </a:ext>
            </a:extLst>
          </p:cNvPr>
          <p:cNvSpPr/>
          <p:nvPr/>
        </p:nvSpPr>
        <p:spPr>
          <a:xfrm>
            <a:off x="7882897" y="3833979"/>
            <a:ext cx="4064437" cy="351949"/>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Lora" pitchFamily="34" charset="0"/>
                <a:ea typeface="Lora" pitchFamily="34" charset="-122"/>
                <a:cs typeface="Lora" pitchFamily="34" charset="-120"/>
              </a:rPr>
              <a:t>Improve Customer Satisfaction</a:t>
            </a:r>
            <a:endParaRPr lang="en-US" sz="2200" dirty="0"/>
          </a:p>
        </p:txBody>
      </p:sp>
      <p:sp>
        <p:nvSpPr>
          <p:cNvPr id="26" name="Text 16">
            <a:extLst>
              <a:ext uri="{FF2B5EF4-FFF2-40B4-BE49-F238E27FC236}">
                <a16:creationId xmlns:a16="http://schemas.microsoft.com/office/drawing/2014/main" id="{8E3641F2-7F84-DB66-92DE-54D06CFD894B}"/>
              </a:ext>
            </a:extLst>
          </p:cNvPr>
          <p:cNvSpPr/>
          <p:nvPr/>
        </p:nvSpPr>
        <p:spPr>
          <a:xfrm>
            <a:off x="7814443" y="4257961"/>
            <a:ext cx="3972069" cy="1149072"/>
          </a:xfrm>
          <a:prstGeom prst="rect">
            <a:avLst/>
          </a:prstGeom>
          <a:noFill/>
          <a:ln/>
        </p:spPr>
        <p:txBody>
          <a:bodyPr wrap="square" lIns="0" tIns="0" rIns="0" bIns="0" rtlCol="0" anchor="t"/>
          <a:lstStyle/>
          <a:p>
            <a:pPr marL="0" indent="0" algn="l">
              <a:lnSpc>
                <a:spcPts val="3000"/>
              </a:lnSpc>
              <a:buNone/>
            </a:pPr>
            <a:r>
              <a:rPr lang="en-US" sz="1600" dirty="0">
                <a:solidFill>
                  <a:srgbClr val="D6E5EF"/>
                </a:solidFill>
                <a:latin typeface="Source Sans 3" pitchFamily="34" charset="0"/>
                <a:ea typeface="Source Sans 3" pitchFamily="34" charset="-122"/>
                <a:cs typeface="Source Sans 3" pitchFamily="34" charset="-120"/>
              </a:rPr>
              <a:t>Seamless booking and ordering experience leads to positive reviews, repeat customers, and powerful word-of-mouth marketing.</a:t>
            </a:r>
            <a:endParaRPr lang="en-US" sz="1600" dirty="0"/>
          </a:p>
        </p:txBody>
      </p:sp>
      <p:pic>
        <p:nvPicPr>
          <p:cNvPr id="2" name="Image 1" descr="preencoded.png">
            <a:extLst>
              <a:ext uri="{FF2B5EF4-FFF2-40B4-BE49-F238E27FC236}">
                <a16:creationId xmlns:a16="http://schemas.microsoft.com/office/drawing/2014/main" id="{73624C27-D0A0-4319-6CE6-FEE86622C079}"/>
              </a:ext>
            </a:extLst>
          </p:cNvPr>
          <p:cNvPicPr>
            <a:picLocks noChangeAspect="1"/>
          </p:cNvPicPr>
          <p:nvPr/>
        </p:nvPicPr>
        <p:blipFill>
          <a:blip r:embed="rId2"/>
          <a:stretch>
            <a:fillRect/>
          </a:stretch>
        </p:blipFill>
        <p:spPr>
          <a:xfrm>
            <a:off x="614705" y="3833979"/>
            <a:ext cx="630093" cy="396000"/>
          </a:xfrm>
          <a:prstGeom prst="rect">
            <a:avLst/>
          </a:prstGeom>
        </p:spPr>
      </p:pic>
      <p:pic>
        <p:nvPicPr>
          <p:cNvPr id="3" name="Image 1" descr="preencoded.png">
            <a:extLst>
              <a:ext uri="{FF2B5EF4-FFF2-40B4-BE49-F238E27FC236}">
                <a16:creationId xmlns:a16="http://schemas.microsoft.com/office/drawing/2014/main" id="{1AE29285-D6F6-ADB6-8CD0-0866AA3BADA6}"/>
              </a:ext>
            </a:extLst>
          </p:cNvPr>
          <p:cNvPicPr>
            <a:picLocks noChangeAspect="1"/>
          </p:cNvPicPr>
          <p:nvPr/>
        </p:nvPicPr>
        <p:blipFill>
          <a:blip r:embed="rId2"/>
          <a:stretch>
            <a:fillRect/>
          </a:stretch>
        </p:blipFill>
        <p:spPr>
          <a:xfrm>
            <a:off x="609450" y="1718637"/>
            <a:ext cx="630093" cy="396000"/>
          </a:xfrm>
          <a:prstGeom prst="rect">
            <a:avLst/>
          </a:prstGeom>
        </p:spPr>
      </p:pic>
      <p:pic>
        <p:nvPicPr>
          <p:cNvPr id="4" name="Image 1" descr="preencoded.png">
            <a:extLst>
              <a:ext uri="{FF2B5EF4-FFF2-40B4-BE49-F238E27FC236}">
                <a16:creationId xmlns:a16="http://schemas.microsoft.com/office/drawing/2014/main" id="{6DCC6EC2-0490-382D-97C1-51218117EA1B}"/>
              </a:ext>
            </a:extLst>
          </p:cNvPr>
          <p:cNvPicPr>
            <a:picLocks noChangeAspect="1"/>
          </p:cNvPicPr>
          <p:nvPr/>
        </p:nvPicPr>
        <p:blipFill>
          <a:blip r:embed="rId2"/>
          <a:stretch>
            <a:fillRect/>
          </a:stretch>
        </p:blipFill>
        <p:spPr>
          <a:xfrm>
            <a:off x="7138001" y="1718637"/>
            <a:ext cx="630093" cy="396000"/>
          </a:xfrm>
          <a:prstGeom prst="rect">
            <a:avLst/>
          </a:prstGeom>
        </p:spPr>
      </p:pic>
      <p:pic>
        <p:nvPicPr>
          <p:cNvPr id="5" name="Image 1" descr="preencoded.png">
            <a:extLst>
              <a:ext uri="{FF2B5EF4-FFF2-40B4-BE49-F238E27FC236}">
                <a16:creationId xmlns:a16="http://schemas.microsoft.com/office/drawing/2014/main" id="{C22030F0-965D-5A01-8CDC-83AB2631B5A8}"/>
              </a:ext>
            </a:extLst>
          </p:cNvPr>
          <p:cNvPicPr>
            <a:picLocks noChangeAspect="1"/>
          </p:cNvPicPr>
          <p:nvPr/>
        </p:nvPicPr>
        <p:blipFill>
          <a:blip r:embed="rId2"/>
          <a:stretch>
            <a:fillRect/>
          </a:stretch>
        </p:blipFill>
        <p:spPr>
          <a:xfrm>
            <a:off x="7138001" y="3833979"/>
            <a:ext cx="630093" cy="396000"/>
          </a:xfrm>
          <a:prstGeom prst="rect">
            <a:avLst/>
          </a:prstGeom>
        </p:spPr>
      </p:pic>
    </p:spTree>
    <p:extLst>
      <p:ext uri="{BB962C8B-B14F-4D97-AF65-F5344CB8AC3E}">
        <p14:creationId xmlns:p14="http://schemas.microsoft.com/office/powerpoint/2010/main" val="37812228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2">
            <a:extLst>
              <a:ext uri="{FF2B5EF4-FFF2-40B4-BE49-F238E27FC236}">
                <a16:creationId xmlns:a16="http://schemas.microsoft.com/office/drawing/2014/main" id="{AA154025-B379-D992-6AAF-9A2C5BD5D617}"/>
              </a:ext>
            </a:extLst>
          </p:cNvPr>
          <p:cNvGraphicFramePr>
            <a:graphicFrameLocks noGrp="1"/>
          </p:cNvGraphicFramePr>
          <p:nvPr>
            <p:ph idx="1"/>
            <p:extLst>
              <p:ext uri="{D42A27DB-BD31-4B8C-83A1-F6EECF244321}">
                <p14:modId xmlns:p14="http://schemas.microsoft.com/office/powerpoint/2010/main" val="328028092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 0">
            <a:extLst>
              <a:ext uri="{FF2B5EF4-FFF2-40B4-BE49-F238E27FC236}">
                <a16:creationId xmlns:a16="http://schemas.microsoft.com/office/drawing/2014/main" id="{B516252D-5F2F-22BF-6EE8-72733EFBAC4C}"/>
              </a:ext>
            </a:extLst>
          </p:cNvPr>
          <p:cNvSpPr>
            <a:spLocks noGrp="1"/>
          </p:cNvSpPr>
          <p:nvPr>
            <p:ph type="title"/>
          </p:nvPr>
        </p:nvSpPr>
        <p:spPr>
          <a:xfrm>
            <a:off x="838200" y="365125"/>
            <a:ext cx="10515600" cy="1325563"/>
          </a:xfrm>
          <a:prstGeom prst="rect">
            <a:avLst/>
          </a:prstGeom>
          <a:noFill/>
          <a:ln/>
        </p:spPr>
        <p:txBody>
          <a:bodyPr wrap="square" lIns="0" tIns="0" rIns="0" bIns="0" rtlCol="0" anchor="t"/>
          <a:lstStyle/>
          <a:p>
            <a:pPr marL="0" indent="0" algn="l">
              <a:lnSpc>
                <a:spcPts val="5150"/>
              </a:lnSpc>
              <a:buNone/>
            </a:pPr>
            <a:r>
              <a:rPr lang="en-US" sz="4150" dirty="0">
                <a:solidFill>
                  <a:srgbClr val="F98AC7"/>
                </a:solidFill>
                <a:latin typeface="Lora" pitchFamily="34" charset="0"/>
                <a:ea typeface="Lora" pitchFamily="34" charset="-122"/>
                <a:cs typeface="Lora" pitchFamily="34" charset="-120"/>
              </a:rPr>
              <a:t>AWS Services/Architecture </a:t>
            </a:r>
            <a:endParaRPr lang="en-US" sz="4150" dirty="0"/>
          </a:p>
        </p:txBody>
      </p:sp>
    </p:spTree>
    <p:extLst>
      <p:ext uri="{BB962C8B-B14F-4D97-AF65-F5344CB8AC3E}">
        <p14:creationId xmlns:p14="http://schemas.microsoft.com/office/powerpoint/2010/main" val="20338826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3">
            <a:extLst>
              <a:ext uri="{FF2B5EF4-FFF2-40B4-BE49-F238E27FC236}">
                <a16:creationId xmlns:a16="http://schemas.microsoft.com/office/drawing/2014/main" id="{3B12596C-7D6E-B428-ADB4-88858F9028C6}"/>
              </a:ext>
            </a:extLst>
          </p:cNvPr>
          <p:cNvSpPr/>
          <p:nvPr/>
        </p:nvSpPr>
        <p:spPr>
          <a:xfrm>
            <a:off x="1985147" y="1690688"/>
            <a:ext cx="8193174" cy="4020564"/>
          </a:xfrm>
          <a:custGeom>
            <a:avLst/>
            <a:gdLst/>
            <a:ahLst/>
            <a:cxnLst/>
            <a:rect l="l" t="t" r="r" b="b"/>
            <a:pathLst>
              <a:path w="11301259" h="5777769">
                <a:moveTo>
                  <a:pt x="0" y="0"/>
                </a:moveTo>
                <a:lnTo>
                  <a:pt x="11301259" y="0"/>
                </a:lnTo>
                <a:lnTo>
                  <a:pt x="11301259" y="5777769"/>
                </a:lnTo>
                <a:lnTo>
                  <a:pt x="0" y="5777769"/>
                </a:lnTo>
                <a:lnTo>
                  <a:pt x="0" y="0"/>
                </a:lnTo>
                <a:close/>
              </a:path>
            </a:pathLst>
          </a:custGeom>
          <a:blipFill>
            <a:blip r:embed="rId2"/>
            <a:stretch>
              <a:fillRect/>
            </a:stretch>
          </a:blipFill>
        </p:spPr>
        <p:txBody>
          <a:bodyPr/>
          <a:lstStyle/>
          <a:p>
            <a:endParaRPr lang="en-ZA" dirty="0"/>
          </a:p>
        </p:txBody>
      </p:sp>
      <p:sp>
        <p:nvSpPr>
          <p:cNvPr id="7" name="Text 0">
            <a:extLst>
              <a:ext uri="{FF2B5EF4-FFF2-40B4-BE49-F238E27FC236}">
                <a16:creationId xmlns:a16="http://schemas.microsoft.com/office/drawing/2014/main" id="{1C4494CB-A098-AF86-C355-9100E8022CA3}"/>
              </a:ext>
            </a:extLst>
          </p:cNvPr>
          <p:cNvSpPr>
            <a:spLocks noGrp="1"/>
          </p:cNvSpPr>
          <p:nvPr>
            <p:ph type="title"/>
          </p:nvPr>
        </p:nvSpPr>
        <p:spPr>
          <a:xfrm>
            <a:off x="838200" y="365125"/>
            <a:ext cx="10515600" cy="1325563"/>
          </a:xfrm>
          <a:prstGeom prst="rect">
            <a:avLst/>
          </a:prstGeom>
          <a:noFill/>
          <a:ln/>
        </p:spPr>
        <p:txBody>
          <a:bodyPr wrap="none" lIns="0" tIns="0" rIns="0" bIns="0" rtlCol="0" anchor="t">
            <a:normAutofit/>
          </a:bodyPr>
          <a:lstStyle/>
          <a:p>
            <a:pPr marL="0" indent="0" algn="l">
              <a:lnSpc>
                <a:spcPts val="5350"/>
              </a:lnSpc>
              <a:buNone/>
            </a:pPr>
            <a:r>
              <a:rPr lang="en-US" sz="3200" dirty="0">
                <a:solidFill>
                  <a:srgbClr val="F98AC7"/>
                </a:solidFill>
                <a:latin typeface="Lora" pitchFamily="34" charset="0"/>
                <a:ea typeface="Lora" pitchFamily="34" charset="-122"/>
                <a:cs typeface="Lora" pitchFamily="34" charset="-120"/>
              </a:rPr>
              <a:t>AWS Cost Analysis</a:t>
            </a:r>
            <a:endParaRPr lang="en-US" sz="3200" dirty="0"/>
          </a:p>
        </p:txBody>
      </p:sp>
    </p:spTree>
    <p:extLst>
      <p:ext uri="{BB962C8B-B14F-4D97-AF65-F5344CB8AC3E}">
        <p14:creationId xmlns:p14="http://schemas.microsoft.com/office/powerpoint/2010/main" val="28147362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cloud computing logo with a lock on top of a server&#10;&#10;AI-generated content may be incorrect.">
            <a:extLst>
              <a:ext uri="{FF2B5EF4-FFF2-40B4-BE49-F238E27FC236}">
                <a16:creationId xmlns:a16="http://schemas.microsoft.com/office/drawing/2014/main" id="{DE04DD21-531C-1792-8E17-4A1A678AB2CB}"/>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1" y="0"/>
            <a:ext cx="4826833" cy="6858000"/>
          </a:xfrm>
        </p:spPr>
      </p:pic>
      <p:sp>
        <p:nvSpPr>
          <p:cNvPr id="8" name="Text 0">
            <a:extLst>
              <a:ext uri="{FF2B5EF4-FFF2-40B4-BE49-F238E27FC236}">
                <a16:creationId xmlns:a16="http://schemas.microsoft.com/office/drawing/2014/main" id="{22F8650B-95C4-FB69-5096-74A1ED32D2A9}"/>
              </a:ext>
            </a:extLst>
          </p:cNvPr>
          <p:cNvSpPr>
            <a:spLocks noGrp="1"/>
          </p:cNvSpPr>
          <p:nvPr>
            <p:ph type="title"/>
          </p:nvPr>
        </p:nvSpPr>
        <p:spPr>
          <a:xfrm>
            <a:off x="5272339" y="146047"/>
            <a:ext cx="5257800" cy="735255"/>
          </a:xfrm>
          <a:prstGeom prst="rect">
            <a:avLst/>
          </a:prstGeom>
          <a:noFill/>
          <a:ln/>
        </p:spPr>
        <p:txBody>
          <a:bodyPr wrap="none" lIns="0" tIns="0" rIns="0" bIns="0" rtlCol="0" anchor="t">
            <a:normAutofit/>
          </a:bodyPr>
          <a:lstStyle/>
          <a:p>
            <a:pPr marL="0" indent="0" algn="l">
              <a:lnSpc>
                <a:spcPts val="5350"/>
              </a:lnSpc>
              <a:buNone/>
            </a:pPr>
            <a:r>
              <a:rPr lang="en-US" sz="3200" dirty="0">
                <a:solidFill>
                  <a:srgbClr val="F98AC7"/>
                </a:solidFill>
                <a:latin typeface="Lora" pitchFamily="34" charset="0"/>
                <a:ea typeface="Lora" pitchFamily="34" charset="-122"/>
                <a:cs typeface="Lora" pitchFamily="34" charset="-120"/>
              </a:rPr>
              <a:t>Security &amp; Peace of Mind</a:t>
            </a:r>
            <a:endParaRPr lang="en-US" sz="3200" dirty="0"/>
          </a:p>
        </p:txBody>
      </p:sp>
      <p:grpSp>
        <p:nvGrpSpPr>
          <p:cNvPr id="35" name="Group 34">
            <a:extLst>
              <a:ext uri="{FF2B5EF4-FFF2-40B4-BE49-F238E27FC236}">
                <a16:creationId xmlns:a16="http://schemas.microsoft.com/office/drawing/2014/main" id="{F4AD139B-F92B-6355-C9D5-C0C10CA3459A}"/>
              </a:ext>
            </a:extLst>
          </p:cNvPr>
          <p:cNvGrpSpPr/>
          <p:nvPr/>
        </p:nvGrpSpPr>
        <p:grpSpPr>
          <a:xfrm>
            <a:off x="6364376" y="4120817"/>
            <a:ext cx="3614409" cy="2379022"/>
            <a:chOff x="6364431" y="3800638"/>
            <a:chExt cx="3614409" cy="2379022"/>
          </a:xfrm>
        </p:grpSpPr>
        <p:pic>
          <p:nvPicPr>
            <p:cNvPr id="14" name="Image 2" descr="preencoded.png">
              <a:extLst>
                <a:ext uri="{FF2B5EF4-FFF2-40B4-BE49-F238E27FC236}">
                  <a16:creationId xmlns:a16="http://schemas.microsoft.com/office/drawing/2014/main" id="{602B34C1-4B01-9350-295F-C9715C219B7A}"/>
                </a:ext>
              </a:extLst>
            </p:cNvPr>
            <p:cNvPicPr>
              <a:picLocks noChangeAspect="1"/>
            </p:cNvPicPr>
            <p:nvPr/>
          </p:nvPicPr>
          <p:blipFill>
            <a:blip r:embed="rId4"/>
            <a:stretch>
              <a:fillRect/>
            </a:stretch>
          </p:blipFill>
          <p:spPr>
            <a:xfrm>
              <a:off x="6364431" y="3800638"/>
              <a:ext cx="101334" cy="2370270"/>
            </a:xfrm>
            <a:prstGeom prst="rect">
              <a:avLst/>
            </a:prstGeom>
          </p:spPr>
        </p:pic>
        <p:sp>
          <p:nvSpPr>
            <p:cNvPr id="16" name="Shape 1">
              <a:extLst>
                <a:ext uri="{FF2B5EF4-FFF2-40B4-BE49-F238E27FC236}">
                  <a16:creationId xmlns:a16="http://schemas.microsoft.com/office/drawing/2014/main" id="{9FCB957C-4CF1-D4D3-022F-1406EBBFFA56}"/>
                </a:ext>
              </a:extLst>
            </p:cNvPr>
            <p:cNvSpPr/>
            <p:nvPr/>
          </p:nvSpPr>
          <p:spPr>
            <a:xfrm>
              <a:off x="6460337" y="3809390"/>
              <a:ext cx="3518503" cy="2370270"/>
            </a:xfrm>
            <a:prstGeom prst="roundRect">
              <a:avLst>
                <a:gd name="adj" fmla="val 5130"/>
              </a:avLst>
            </a:prstGeom>
            <a:solidFill>
              <a:srgbClr val="252833"/>
            </a:solidFill>
            <a:ln w="30480">
              <a:solidFill>
                <a:srgbClr val="5D606B"/>
              </a:solidFill>
              <a:prstDash val="solid"/>
            </a:ln>
          </p:spPr>
          <p:txBody>
            <a:bodyPr/>
            <a:lstStyle/>
            <a:p>
              <a:endParaRPr lang="en-ZA" dirty="0"/>
            </a:p>
          </p:txBody>
        </p:sp>
      </p:grpSp>
      <p:grpSp>
        <p:nvGrpSpPr>
          <p:cNvPr id="33" name="Group 32">
            <a:extLst>
              <a:ext uri="{FF2B5EF4-FFF2-40B4-BE49-F238E27FC236}">
                <a16:creationId xmlns:a16="http://schemas.microsoft.com/office/drawing/2014/main" id="{5E6C9AA2-9C5B-A805-AC98-04267C52734A}"/>
              </a:ext>
            </a:extLst>
          </p:cNvPr>
          <p:cNvGrpSpPr/>
          <p:nvPr/>
        </p:nvGrpSpPr>
        <p:grpSpPr>
          <a:xfrm>
            <a:off x="8726933" y="992227"/>
            <a:ext cx="3143244" cy="2915493"/>
            <a:chOff x="8748855" y="687093"/>
            <a:chExt cx="3143244" cy="2915493"/>
          </a:xfrm>
        </p:grpSpPr>
        <p:pic>
          <p:nvPicPr>
            <p:cNvPr id="13" name="Image 2" descr="preencoded.png">
              <a:extLst>
                <a:ext uri="{FF2B5EF4-FFF2-40B4-BE49-F238E27FC236}">
                  <a16:creationId xmlns:a16="http://schemas.microsoft.com/office/drawing/2014/main" id="{F5C42F87-4308-CEE4-C7C5-11037E7FA724}"/>
                </a:ext>
              </a:extLst>
            </p:cNvPr>
            <p:cNvPicPr>
              <a:picLocks noChangeAspect="1"/>
            </p:cNvPicPr>
            <p:nvPr/>
          </p:nvPicPr>
          <p:blipFill>
            <a:blip r:embed="rId4"/>
            <a:stretch>
              <a:fillRect/>
            </a:stretch>
          </p:blipFill>
          <p:spPr>
            <a:xfrm>
              <a:off x="8748855" y="750801"/>
              <a:ext cx="121920" cy="2851785"/>
            </a:xfrm>
            <a:prstGeom prst="rect">
              <a:avLst/>
            </a:prstGeom>
          </p:spPr>
        </p:pic>
        <p:sp>
          <p:nvSpPr>
            <p:cNvPr id="18" name="Shape 1">
              <a:extLst>
                <a:ext uri="{FF2B5EF4-FFF2-40B4-BE49-F238E27FC236}">
                  <a16:creationId xmlns:a16="http://schemas.microsoft.com/office/drawing/2014/main" id="{FE1C21BD-98B1-C496-05BF-DB8748B67157}"/>
                </a:ext>
              </a:extLst>
            </p:cNvPr>
            <p:cNvSpPr/>
            <p:nvPr/>
          </p:nvSpPr>
          <p:spPr>
            <a:xfrm>
              <a:off x="8838262" y="687093"/>
              <a:ext cx="3053837" cy="2851785"/>
            </a:xfrm>
            <a:prstGeom prst="roundRect">
              <a:avLst>
                <a:gd name="adj" fmla="val 5130"/>
              </a:avLst>
            </a:prstGeom>
            <a:solidFill>
              <a:srgbClr val="252833"/>
            </a:solidFill>
            <a:ln w="30480">
              <a:solidFill>
                <a:srgbClr val="5D606B"/>
              </a:solidFill>
              <a:prstDash val="solid"/>
            </a:ln>
          </p:spPr>
          <p:txBody>
            <a:bodyPr/>
            <a:lstStyle/>
            <a:p>
              <a:endParaRPr lang="en-ZA" dirty="0"/>
            </a:p>
          </p:txBody>
        </p:sp>
      </p:grpSp>
      <p:grpSp>
        <p:nvGrpSpPr>
          <p:cNvPr id="34" name="Group 33">
            <a:extLst>
              <a:ext uri="{FF2B5EF4-FFF2-40B4-BE49-F238E27FC236}">
                <a16:creationId xmlns:a16="http://schemas.microsoft.com/office/drawing/2014/main" id="{FE1C1AE5-D0FE-170E-CECC-9D1EB6A97DE2}"/>
              </a:ext>
            </a:extLst>
          </p:cNvPr>
          <p:cNvGrpSpPr/>
          <p:nvPr/>
        </p:nvGrpSpPr>
        <p:grpSpPr>
          <a:xfrm>
            <a:off x="5272339" y="976681"/>
            <a:ext cx="3139205" cy="2867331"/>
            <a:chOff x="5272339" y="735255"/>
            <a:chExt cx="3139205" cy="2867331"/>
          </a:xfrm>
        </p:grpSpPr>
        <p:grpSp>
          <p:nvGrpSpPr>
            <p:cNvPr id="32" name="Group 31">
              <a:extLst>
                <a:ext uri="{FF2B5EF4-FFF2-40B4-BE49-F238E27FC236}">
                  <a16:creationId xmlns:a16="http://schemas.microsoft.com/office/drawing/2014/main" id="{7668D83D-D7B4-DD99-5059-5CFA615ECA6E}"/>
                </a:ext>
              </a:extLst>
            </p:cNvPr>
            <p:cNvGrpSpPr/>
            <p:nvPr/>
          </p:nvGrpSpPr>
          <p:grpSpPr>
            <a:xfrm>
              <a:off x="5272339" y="735255"/>
              <a:ext cx="3139205" cy="2867331"/>
              <a:chOff x="5272339" y="735255"/>
              <a:chExt cx="3139205" cy="2867331"/>
            </a:xfrm>
          </p:grpSpPr>
          <p:sp>
            <p:nvSpPr>
              <p:cNvPr id="9" name="Shape 1">
                <a:extLst>
                  <a:ext uri="{FF2B5EF4-FFF2-40B4-BE49-F238E27FC236}">
                    <a16:creationId xmlns:a16="http://schemas.microsoft.com/office/drawing/2014/main" id="{0EE230DF-9003-6AFE-4DF2-F00AD4A7A2D1}"/>
                  </a:ext>
                </a:extLst>
              </p:cNvPr>
              <p:cNvSpPr/>
              <p:nvPr/>
            </p:nvSpPr>
            <p:spPr>
              <a:xfrm>
                <a:off x="5319222" y="735255"/>
                <a:ext cx="3092322" cy="2851785"/>
              </a:xfrm>
              <a:prstGeom prst="roundRect">
                <a:avLst>
                  <a:gd name="adj" fmla="val 5130"/>
                </a:avLst>
              </a:prstGeom>
              <a:solidFill>
                <a:srgbClr val="252833"/>
              </a:solidFill>
              <a:ln w="30480">
                <a:solidFill>
                  <a:srgbClr val="5D606B"/>
                </a:solidFill>
                <a:prstDash val="solid"/>
              </a:ln>
            </p:spPr>
            <p:txBody>
              <a:bodyPr/>
              <a:lstStyle/>
              <a:p>
                <a:endParaRPr lang="en-ZA" dirty="0"/>
              </a:p>
            </p:txBody>
          </p:sp>
          <p:pic>
            <p:nvPicPr>
              <p:cNvPr id="11" name="Image 2" descr="preencoded.png">
                <a:extLst>
                  <a:ext uri="{FF2B5EF4-FFF2-40B4-BE49-F238E27FC236}">
                    <a16:creationId xmlns:a16="http://schemas.microsoft.com/office/drawing/2014/main" id="{E1292E08-698C-192C-E119-72CF2B39BF97}"/>
                  </a:ext>
                </a:extLst>
              </p:cNvPr>
              <p:cNvPicPr>
                <a:picLocks noChangeAspect="1"/>
              </p:cNvPicPr>
              <p:nvPr/>
            </p:nvPicPr>
            <p:blipFill>
              <a:blip r:embed="rId4"/>
              <a:stretch>
                <a:fillRect/>
              </a:stretch>
            </p:blipFill>
            <p:spPr>
              <a:xfrm>
                <a:off x="5272339" y="750801"/>
                <a:ext cx="121920" cy="2851785"/>
              </a:xfrm>
              <a:prstGeom prst="rect">
                <a:avLst/>
              </a:prstGeom>
            </p:spPr>
          </p:pic>
        </p:grpSp>
        <p:sp>
          <p:nvSpPr>
            <p:cNvPr id="20" name="Text 2">
              <a:extLst>
                <a:ext uri="{FF2B5EF4-FFF2-40B4-BE49-F238E27FC236}">
                  <a16:creationId xmlns:a16="http://schemas.microsoft.com/office/drawing/2014/main" id="{47625D64-FB9B-DCFC-58F6-D1FC194CE11D}"/>
                </a:ext>
              </a:extLst>
            </p:cNvPr>
            <p:cNvSpPr/>
            <p:nvPr/>
          </p:nvSpPr>
          <p:spPr>
            <a:xfrm>
              <a:off x="5539448" y="854355"/>
              <a:ext cx="2720459" cy="340043"/>
            </a:xfrm>
            <a:prstGeom prst="rect">
              <a:avLst/>
            </a:prstGeom>
            <a:noFill/>
            <a:ln/>
          </p:spPr>
          <p:txBody>
            <a:bodyPr wrap="none" lIns="0" tIns="0" rIns="0" bIns="0" rtlCol="0" anchor="t"/>
            <a:lstStyle/>
            <a:p>
              <a:pPr marL="0" indent="0" algn="l">
                <a:lnSpc>
                  <a:spcPts val="2650"/>
                </a:lnSpc>
                <a:buNone/>
              </a:pPr>
              <a:r>
                <a:rPr lang="en-US" sz="2100" dirty="0">
                  <a:solidFill>
                    <a:srgbClr val="D6E5EF"/>
                  </a:solidFill>
                  <a:latin typeface="Lora" pitchFamily="34" charset="0"/>
                  <a:ea typeface="Lora" pitchFamily="34" charset="-122"/>
                  <a:cs typeface="Lora" pitchFamily="34" charset="-120"/>
                </a:rPr>
                <a:t>Data Protection</a:t>
              </a:r>
              <a:endParaRPr lang="en-US" sz="2100" dirty="0"/>
            </a:p>
          </p:txBody>
        </p:sp>
      </p:grpSp>
      <p:sp>
        <p:nvSpPr>
          <p:cNvPr id="22" name="Text 2">
            <a:extLst>
              <a:ext uri="{FF2B5EF4-FFF2-40B4-BE49-F238E27FC236}">
                <a16:creationId xmlns:a16="http://schemas.microsoft.com/office/drawing/2014/main" id="{1DD5759A-1111-129C-0490-058779B3EF8D}"/>
              </a:ext>
            </a:extLst>
          </p:cNvPr>
          <p:cNvSpPr/>
          <p:nvPr/>
        </p:nvSpPr>
        <p:spPr>
          <a:xfrm>
            <a:off x="8983028" y="1096542"/>
            <a:ext cx="2720459" cy="340043"/>
          </a:xfrm>
          <a:prstGeom prst="rect">
            <a:avLst/>
          </a:prstGeom>
          <a:noFill/>
          <a:ln/>
        </p:spPr>
        <p:txBody>
          <a:bodyPr wrap="none" lIns="0" tIns="0" rIns="0" bIns="0" rtlCol="0" anchor="t"/>
          <a:lstStyle/>
          <a:p>
            <a:pPr>
              <a:lnSpc>
                <a:spcPts val="2650"/>
              </a:lnSpc>
            </a:pPr>
            <a:r>
              <a:rPr lang="en-US" sz="2100" dirty="0">
                <a:solidFill>
                  <a:srgbClr val="D6E5EF"/>
                </a:solidFill>
                <a:latin typeface="Lora" pitchFamily="34" charset="0"/>
                <a:ea typeface="Lora" pitchFamily="34" charset="-122"/>
                <a:cs typeface="Lora" pitchFamily="34" charset="-120"/>
              </a:rPr>
              <a:t>Compliance Ready</a:t>
            </a:r>
            <a:endParaRPr lang="en-US" sz="2100" dirty="0"/>
          </a:p>
        </p:txBody>
      </p:sp>
      <p:sp>
        <p:nvSpPr>
          <p:cNvPr id="24" name="Text 2">
            <a:extLst>
              <a:ext uri="{FF2B5EF4-FFF2-40B4-BE49-F238E27FC236}">
                <a16:creationId xmlns:a16="http://schemas.microsoft.com/office/drawing/2014/main" id="{B54C7A80-77D1-C8D8-23D0-3371214348A7}"/>
              </a:ext>
            </a:extLst>
          </p:cNvPr>
          <p:cNvSpPr/>
          <p:nvPr/>
        </p:nvSpPr>
        <p:spPr>
          <a:xfrm>
            <a:off x="6643024" y="4290247"/>
            <a:ext cx="2720459" cy="437544"/>
          </a:xfrm>
          <a:prstGeom prst="rect">
            <a:avLst/>
          </a:prstGeom>
          <a:noFill/>
          <a:ln/>
        </p:spPr>
        <p:txBody>
          <a:bodyPr wrap="none" lIns="0" tIns="0" rIns="0" bIns="0" rtlCol="0" anchor="t"/>
          <a:lstStyle/>
          <a:p>
            <a:pPr>
              <a:lnSpc>
                <a:spcPts val="2650"/>
              </a:lnSpc>
            </a:pPr>
            <a:r>
              <a:rPr lang="en-US" sz="2100" dirty="0">
                <a:solidFill>
                  <a:srgbClr val="D6E5EF"/>
                </a:solidFill>
                <a:latin typeface="Lora" pitchFamily="34" charset="0"/>
                <a:ea typeface="Lora" pitchFamily="34" charset="-122"/>
                <a:cs typeface="Lora" pitchFamily="34" charset="-120"/>
              </a:rPr>
              <a:t>Automatic Backups</a:t>
            </a:r>
            <a:endParaRPr lang="en-US" sz="2100" dirty="0"/>
          </a:p>
        </p:txBody>
      </p:sp>
      <p:sp>
        <p:nvSpPr>
          <p:cNvPr id="28" name="Text 3">
            <a:extLst>
              <a:ext uri="{FF2B5EF4-FFF2-40B4-BE49-F238E27FC236}">
                <a16:creationId xmlns:a16="http://schemas.microsoft.com/office/drawing/2014/main" id="{08097711-BD67-36EF-1629-842563DC9F40}"/>
              </a:ext>
            </a:extLst>
          </p:cNvPr>
          <p:cNvSpPr/>
          <p:nvPr/>
        </p:nvSpPr>
        <p:spPr>
          <a:xfrm>
            <a:off x="5402805" y="1622406"/>
            <a:ext cx="3032284" cy="1849636"/>
          </a:xfrm>
          <a:prstGeom prst="rect">
            <a:avLst/>
          </a:prstGeom>
          <a:noFill/>
          <a:ln/>
        </p:spPr>
        <p:txBody>
          <a:bodyPr wrap="square" lIns="0" tIns="0" rIns="0" bIns="0" rtlCol="0" anchor="t"/>
          <a:lstStyle/>
          <a:p>
            <a:pPr marL="0" indent="0" algn="l">
              <a:lnSpc>
                <a:spcPts val="2900"/>
              </a:lnSpc>
              <a:buNone/>
            </a:pPr>
            <a:r>
              <a:rPr lang="en-US" sz="1600" dirty="0">
                <a:solidFill>
                  <a:srgbClr val="D6E5EF"/>
                </a:solidFill>
                <a:latin typeface="Source Sans 3" pitchFamily="34" charset="0"/>
                <a:ea typeface="Source Sans 3" pitchFamily="34" charset="-122"/>
                <a:cs typeface="Source Sans 3" pitchFamily="34" charset="-120"/>
              </a:rPr>
              <a:t>AWS uses a high level of security to protect its customers data. Your reputation and the customer’s trust are safe.</a:t>
            </a:r>
            <a:endParaRPr lang="en-US" sz="1600" dirty="0"/>
          </a:p>
        </p:txBody>
      </p:sp>
      <p:sp>
        <p:nvSpPr>
          <p:cNvPr id="29" name="Text 3">
            <a:extLst>
              <a:ext uri="{FF2B5EF4-FFF2-40B4-BE49-F238E27FC236}">
                <a16:creationId xmlns:a16="http://schemas.microsoft.com/office/drawing/2014/main" id="{98A9D4FC-C242-84D5-6841-8CBC80DF4292}"/>
              </a:ext>
            </a:extLst>
          </p:cNvPr>
          <p:cNvSpPr/>
          <p:nvPr/>
        </p:nvSpPr>
        <p:spPr>
          <a:xfrm>
            <a:off x="6561616" y="4664150"/>
            <a:ext cx="3396582" cy="1849636"/>
          </a:xfrm>
          <a:prstGeom prst="rect">
            <a:avLst/>
          </a:prstGeom>
          <a:noFill/>
          <a:ln/>
        </p:spPr>
        <p:txBody>
          <a:bodyPr wrap="square" lIns="0" tIns="0" rIns="0" bIns="0" rtlCol="0" anchor="t"/>
          <a:lstStyle/>
          <a:p>
            <a:pPr>
              <a:lnSpc>
                <a:spcPts val="2900"/>
              </a:lnSpc>
            </a:pPr>
            <a:r>
              <a:rPr lang="en-US" dirty="0">
                <a:solidFill>
                  <a:srgbClr val="D6E5EF"/>
                </a:solidFill>
                <a:latin typeface="Source Sans 3" pitchFamily="34" charset="0"/>
                <a:ea typeface="Source Sans 3" pitchFamily="34" charset="-122"/>
                <a:cs typeface="Source Sans 3" pitchFamily="34" charset="-120"/>
              </a:rPr>
              <a:t>Your website and customer data are automatically backed up. No worry about losing important reservation or order information.</a:t>
            </a:r>
            <a:endParaRPr lang="en-US" dirty="0"/>
          </a:p>
        </p:txBody>
      </p:sp>
      <p:sp>
        <p:nvSpPr>
          <p:cNvPr id="30" name="Text 3">
            <a:extLst>
              <a:ext uri="{FF2B5EF4-FFF2-40B4-BE49-F238E27FC236}">
                <a16:creationId xmlns:a16="http://schemas.microsoft.com/office/drawing/2014/main" id="{37FE12D9-D3BD-3959-4C76-E8DA48606153}"/>
              </a:ext>
            </a:extLst>
          </p:cNvPr>
          <p:cNvSpPr/>
          <p:nvPr/>
        </p:nvSpPr>
        <p:spPr>
          <a:xfrm>
            <a:off x="8903934" y="1557009"/>
            <a:ext cx="2940825" cy="1849636"/>
          </a:xfrm>
          <a:prstGeom prst="rect">
            <a:avLst/>
          </a:prstGeom>
          <a:noFill/>
          <a:ln/>
        </p:spPr>
        <p:txBody>
          <a:bodyPr wrap="square" lIns="0" tIns="0" rIns="0" bIns="0" rtlCol="0" anchor="t"/>
          <a:lstStyle/>
          <a:p>
            <a:pPr>
              <a:lnSpc>
                <a:spcPts val="2900"/>
              </a:lnSpc>
            </a:pPr>
            <a:r>
              <a:rPr lang="en-US" dirty="0">
                <a:solidFill>
                  <a:srgbClr val="D6E5EF"/>
                </a:solidFill>
                <a:latin typeface="Source Sans 3" pitchFamily="34" charset="0"/>
                <a:ea typeface="Source Sans 3" pitchFamily="34" charset="-122"/>
                <a:cs typeface="Source Sans 3" pitchFamily="34" charset="-120"/>
              </a:rPr>
              <a:t>AWS infrastructure meets industry best practices for data  handling, giving you complete confidentiality and compliance. </a:t>
            </a:r>
            <a:endParaRPr lang="en-US" dirty="0"/>
          </a:p>
        </p:txBody>
      </p:sp>
    </p:spTree>
    <p:extLst>
      <p:ext uri="{BB962C8B-B14F-4D97-AF65-F5344CB8AC3E}">
        <p14:creationId xmlns:p14="http://schemas.microsoft.com/office/powerpoint/2010/main" val="18088410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7841830D-94A9-86D2-99D8-79B9929CE776}"/>
              </a:ext>
            </a:extLst>
          </p:cNvPr>
          <p:cNvSpPr>
            <a:spLocks noGrp="1"/>
          </p:cNvSpPr>
          <p:nvPr>
            <p:ph type="title"/>
          </p:nvPr>
        </p:nvSpPr>
        <p:spPr>
          <a:xfrm>
            <a:off x="838200" y="365126"/>
            <a:ext cx="10515600" cy="624225"/>
          </a:xfrm>
          <a:prstGeom prst="rect">
            <a:avLst/>
          </a:prstGeom>
          <a:noFill/>
          <a:ln/>
        </p:spPr>
        <p:txBody>
          <a:bodyPr wrap="none" lIns="0" tIns="0" rIns="0" bIns="0" rtlCol="0" anchor="t">
            <a:normAutofit fontScale="90000"/>
          </a:bodyPr>
          <a:lstStyle/>
          <a:p>
            <a:pPr marL="0" indent="0" algn="l">
              <a:lnSpc>
                <a:spcPts val="5400"/>
              </a:lnSpc>
              <a:buNone/>
            </a:pPr>
            <a:r>
              <a:rPr lang="en-US" sz="4300" dirty="0">
                <a:solidFill>
                  <a:srgbClr val="F98AC7"/>
                </a:solidFill>
                <a:latin typeface="Lora" pitchFamily="34" charset="0"/>
                <a:ea typeface="Lora" pitchFamily="34" charset="-122"/>
                <a:cs typeface="Lora" pitchFamily="34" charset="-120"/>
              </a:rPr>
              <a:t>Your Path Forward</a:t>
            </a:r>
            <a:endParaRPr lang="en-US" sz="4300" dirty="0"/>
          </a:p>
        </p:txBody>
      </p:sp>
      <p:sp>
        <p:nvSpPr>
          <p:cNvPr id="7" name="Shape 2">
            <a:extLst>
              <a:ext uri="{FF2B5EF4-FFF2-40B4-BE49-F238E27FC236}">
                <a16:creationId xmlns:a16="http://schemas.microsoft.com/office/drawing/2014/main" id="{C33A10F5-AE91-3A52-31AD-F02E53D5C748}"/>
              </a:ext>
            </a:extLst>
          </p:cNvPr>
          <p:cNvSpPr/>
          <p:nvPr/>
        </p:nvSpPr>
        <p:spPr>
          <a:xfrm>
            <a:off x="4850789" y="1457226"/>
            <a:ext cx="702469" cy="30480"/>
          </a:xfrm>
          <a:prstGeom prst="roundRect">
            <a:avLst>
              <a:gd name="adj" fmla="val 115245"/>
            </a:avLst>
          </a:prstGeom>
          <a:solidFill>
            <a:srgbClr val="5D606B"/>
          </a:solidFill>
          <a:ln/>
        </p:spPr>
        <p:txBody>
          <a:bodyPr/>
          <a:lstStyle/>
          <a:p>
            <a:endParaRPr lang="en-ZA" dirty="0"/>
          </a:p>
        </p:txBody>
      </p:sp>
      <p:sp>
        <p:nvSpPr>
          <p:cNvPr id="8" name="Shape 2">
            <a:extLst>
              <a:ext uri="{FF2B5EF4-FFF2-40B4-BE49-F238E27FC236}">
                <a16:creationId xmlns:a16="http://schemas.microsoft.com/office/drawing/2014/main" id="{90BC2289-6EAD-CD20-C0C7-3F3352872AF3}"/>
              </a:ext>
            </a:extLst>
          </p:cNvPr>
          <p:cNvSpPr/>
          <p:nvPr/>
        </p:nvSpPr>
        <p:spPr>
          <a:xfrm>
            <a:off x="5495575" y="2675811"/>
            <a:ext cx="702469" cy="30480"/>
          </a:xfrm>
          <a:prstGeom prst="roundRect">
            <a:avLst>
              <a:gd name="adj" fmla="val 115245"/>
            </a:avLst>
          </a:prstGeom>
          <a:solidFill>
            <a:srgbClr val="5D606B"/>
          </a:solidFill>
          <a:ln/>
        </p:spPr>
        <p:txBody>
          <a:bodyPr/>
          <a:lstStyle/>
          <a:p>
            <a:endParaRPr lang="en-ZA" dirty="0"/>
          </a:p>
        </p:txBody>
      </p:sp>
      <p:sp>
        <p:nvSpPr>
          <p:cNvPr id="9" name="Shape 2">
            <a:extLst>
              <a:ext uri="{FF2B5EF4-FFF2-40B4-BE49-F238E27FC236}">
                <a16:creationId xmlns:a16="http://schemas.microsoft.com/office/drawing/2014/main" id="{810E4447-F89B-FB30-2D9C-98AD42ABB0BA}"/>
              </a:ext>
            </a:extLst>
          </p:cNvPr>
          <p:cNvSpPr/>
          <p:nvPr/>
        </p:nvSpPr>
        <p:spPr>
          <a:xfrm>
            <a:off x="5495575" y="4290475"/>
            <a:ext cx="702469" cy="30480"/>
          </a:xfrm>
          <a:prstGeom prst="roundRect">
            <a:avLst>
              <a:gd name="adj" fmla="val 115245"/>
            </a:avLst>
          </a:prstGeom>
          <a:solidFill>
            <a:srgbClr val="5D606B"/>
          </a:solidFill>
          <a:ln/>
        </p:spPr>
        <p:txBody>
          <a:bodyPr/>
          <a:lstStyle/>
          <a:p>
            <a:endParaRPr lang="en-ZA" dirty="0"/>
          </a:p>
        </p:txBody>
      </p:sp>
      <p:sp>
        <p:nvSpPr>
          <p:cNvPr id="13" name="Shape 2">
            <a:extLst>
              <a:ext uri="{FF2B5EF4-FFF2-40B4-BE49-F238E27FC236}">
                <a16:creationId xmlns:a16="http://schemas.microsoft.com/office/drawing/2014/main" id="{B7978546-5532-C96F-F430-837240BF21A7}"/>
              </a:ext>
            </a:extLst>
          </p:cNvPr>
          <p:cNvSpPr/>
          <p:nvPr/>
        </p:nvSpPr>
        <p:spPr>
          <a:xfrm>
            <a:off x="4811870" y="3467903"/>
            <a:ext cx="702469" cy="30480"/>
          </a:xfrm>
          <a:prstGeom prst="roundRect">
            <a:avLst>
              <a:gd name="adj" fmla="val 115245"/>
            </a:avLst>
          </a:prstGeom>
          <a:solidFill>
            <a:srgbClr val="5D606B"/>
          </a:solidFill>
          <a:ln/>
        </p:spPr>
        <p:txBody>
          <a:bodyPr/>
          <a:lstStyle/>
          <a:p>
            <a:endParaRPr lang="en-ZA" dirty="0"/>
          </a:p>
        </p:txBody>
      </p:sp>
      <p:sp>
        <p:nvSpPr>
          <p:cNvPr id="19" name="Shape 3">
            <a:extLst>
              <a:ext uri="{FF2B5EF4-FFF2-40B4-BE49-F238E27FC236}">
                <a16:creationId xmlns:a16="http://schemas.microsoft.com/office/drawing/2014/main" id="{E11CEB81-C3F1-B08A-994B-AFFE1D45BBB9}"/>
              </a:ext>
            </a:extLst>
          </p:cNvPr>
          <p:cNvSpPr/>
          <p:nvPr/>
        </p:nvSpPr>
        <p:spPr>
          <a:xfrm>
            <a:off x="6162899" y="2442865"/>
            <a:ext cx="526852" cy="526852"/>
          </a:xfrm>
          <a:prstGeom prst="roundRect">
            <a:avLst>
              <a:gd name="adj" fmla="val 6667"/>
            </a:avLst>
          </a:prstGeom>
          <a:solidFill>
            <a:srgbClr val="444752"/>
          </a:solidFill>
          <a:ln/>
        </p:spPr>
        <p:txBody>
          <a:bodyPr/>
          <a:lstStyle/>
          <a:p>
            <a:r>
              <a:rPr lang="en-US" dirty="0">
                <a:solidFill>
                  <a:srgbClr val="D6E5EF"/>
                </a:solidFill>
                <a:latin typeface="Lora" pitchFamily="34" charset="0"/>
                <a:ea typeface="Lora" pitchFamily="34" charset="-122"/>
                <a:cs typeface="Lora" pitchFamily="34" charset="-120"/>
              </a:rPr>
              <a:t> 2 </a:t>
            </a:r>
            <a:endParaRPr lang="en-ZA" dirty="0"/>
          </a:p>
        </p:txBody>
      </p:sp>
      <p:sp>
        <p:nvSpPr>
          <p:cNvPr id="20" name="Shape 3">
            <a:extLst>
              <a:ext uri="{FF2B5EF4-FFF2-40B4-BE49-F238E27FC236}">
                <a16:creationId xmlns:a16="http://schemas.microsoft.com/office/drawing/2014/main" id="{F1F67A19-68EE-892A-E0B3-10F34E0DFB76}"/>
              </a:ext>
            </a:extLst>
          </p:cNvPr>
          <p:cNvSpPr/>
          <p:nvPr/>
        </p:nvSpPr>
        <p:spPr>
          <a:xfrm>
            <a:off x="4279098" y="3107118"/>
            <a:ext cx="526852" cy="526852"/>
          </a:xfrm>
          <a:prstGeom prst="roundRect">
            <a:avLst>
              <a:gd name="adj" fmla="val 6667"/>
            </a:avLst>
          </a:prstGeom>
          <a:solidFill>
            <a:srgbClr val="444752"/>
          </a:solidFill>
          <a:ln/>
        </p:spPr>
        <p:txBody>
          <a:bodyPr/>
          <a:lstStyle/>
          <a:p>
            <a:r>
              <a:rPr lang="en-US" dirty="0">
                <a:solidFill>
                  <a:srgbClr val="D6E5EF"/>
                </a:solidFill>
                <a:latin typeface="Lora" pitchFamily="34" charset="0"/>
                <a:ea typeface="Lora" pitchFamily="34" charset="-122"/>
                <a:cs typeface="Lora" pitchFamily="34" charset="-120"/>
              </a:rPr>
              <a:t> 3</a:t>
            </a:r>
            <a:endParaRPr lang="en-ZA" dirty="0"/>
          </a:p>
        </p:txBody>
      </p:sp>
      <p:sp>
        <p:nvSpPr>
          <p:cNvPr id="22" name="Shape 3">
            <a:extLst>
              <a:ext uri="{FF2B5EF4-FFF2-40B4-BE49-F238E27FC236}">
                <a16:creationId xmlns:a16="http://schemas.microsoft.com/office/drawing/2014/main" id="{BD731CFD-AFC9-0453-54DF-7D280F1035C6}"/>
              </a:ext>
            </a:extLst>
          </p:cNvPr>
          <p:cNvSpPr/>
          <p:nvPr/>
        </p:nvSpPr>
        <p:spPr>
          <a:xfrm>
            <a:off x="6177889" y="4027049"/>
            <a:ext cx="526852" cy="526852"/>
          </a:xfrm>
          <a:prstGeom prst="roundRect">
            <a:avLst>
              <a:gd name="adj" fmla="val 6667"/>
            </a:avLst>
          </a:prstGeom>
          <a:solidFill>
            <a:srgbClr val="444752"/>
          </a:solidFill>
          <a:ln/>
        </p:spPr>
        <p:txBody>
          <a:bodyPr/>
          <a:lstStyle/>
          <a:p>
            <a:r>
              <a:rPr lang="en-US" dirty="0">
                <a:solidFill>
                  <a:srgbClr val="D6E5EF"/>
                </a:solidFill>
                <a:latin typeface="Lora" pitchFamily="34" charset="0"/>
                <a:ea typeface="Lora" pitchFamily="34" charset="-122"/>
                <a:cs typeface="Lora" pitchFamily="34" charset="-120"/>
              </a:rPr>
              <a:t> 4</a:t>
            </a:r>
            <a:endParaRPr lang="en-ZA" dirty="0"/>
          </a:p>
        </p:txBody>
      </p:sp>
      <p:sp>
        <p:nvSpPr>
          <p:cNvPr id="24" name="Shape 1">
            <a:extLst>
              <a:ext uri="{FF2B5EF4-FFF2-40B4-BE49-F238E27FC236}">
                <a16:creationId xmlns:a16="http://schemas.microsoft.com/office/drawing/2014/main" id="{A815797F-E5F4-4F06-8AF7-A3D173CE9847}"/>
              </a:ext>
            </a:extLst>
          </p:cNvPr>
          <p:cNvSpPr/>
          <p:nvPr/>
        </p:nvSpPr>
        <p:spPr>
          <a:xfrm flipH="1">
            <a:off x="5507538" y="1457226"/>
            <a:ext cx="45719" cy="4718222"/>
          </a:xfrm>
          <a:prstGeom prst="roundRect">
            <a:avLst>
              <a:gd name="adj" fmla="val 115245"/>
            </a:avLst>
          </a:prstGeom>
          <a:solidFill>
            <a:srgbClr val="5D606B"/>
          </a:solidFill>
          <a:ln/>
        </p:spPr>
        <p:txBody>
          <a:bodyPr/>
          <a:lstStyle/>
          <a:p>
            <a:endParaRPr lang="en-ZA" dirty="0"/>
          </a:p>
        </p:txBody>
      </p:sp>
      <p:sp>
        <p:nvSpPr>
          <p:cNvPr id="23" name="Shape 3">
            <a:extLst>
              <a:ext uri="{FF2B5EF4-FFF2-40B4-BE49-F238E27FC236}">
                <a16:creationId xmlns:a16="http://schemas.microsoft.com/office/drawing/2014/main" id="{A845FA5F-02BB-DCC3-F17A-B6C69B5CAC42}"/>
              </a:ext>
            </a:extLst>
          </p:cNvPr>
          <p:cNvSpPr/>
          <p:nvPr/>
        </p:nvSpPr>
        <p:spPr>
          <a:xfrm>
            <a:off x="5351042" y="1285071"/>
            <a:ext cx="526852" cy="526852"/>
          </a:xfrm>
          <a:prstGeom prst="roundRect">
            <a:avLst>
              <a:gd name="adj" fmla="val 6667"/>
            </a:avLst>
          </a:prstGeom>
          <a:solidFill>
            <a:srgbClr val="444752"/>
          </a:solidFill>
          <a:ln/>
        </p:spPr>
        <p:txBody>
          <a:bodyPr/>
          <a:lstStyle/>
          <a:p>
            <a:r>
              <a:rPr lang="en-US" dirty="0">
                <a:solidFill>
                  <a:srgbClr val="D6E5EF"/>
                </a:solidFill>
                <a:latin typeface="Lora" pitchFamily="34" charset="0"/>
                <a:ea typeface="Lora" pitchFamily="34" charset="-122"/>
                <a:cs typeface="Lora" pitchFamily="34" charset="-120"/>
              </a:rPr>
              <a:t>1 </a:t>
            </a:r>
            <a:endParaRPr lang="en-ZA" dirty="0"/>
          </a:p>
        </p:txBody>
      </p:sp>
      <p:sp>
        <p:nvSpPr>
          <p:cNvPr id="26" name="TextBox 25">
            <a:extLst>
              <a:ext uri="{FF2B5EF4-FFF2-40B4-BE49-F238E27FC236}">
                <a16:creationId xmlns:a16="http://schemas.microsoft.com/office/drawing/2014/main" id="{BAE25B86-85D4-DE61-1D33-EA6346BA5E20}"/>
              </a:ext>
            </a:extLst>
          </p:cNvPr>
          <p:cNvSpPr txBox="1"/>
          <p:nvPr/>
        </p:nvSpPr>
        <p:spPr>
          <a:xfrm>
            <a:off x="1060834" y="1164547"/>
            <a:ext cx="3789954" cy="438582"/>
          </a:xfrm>
          <a:prstGeom prst="rect">
            <a:avLst/>
          </a:prstGeom>
          <a:noFill/>
        </p:spPr>
        <p:txBody>
          <a:bodyPr wrap="square">
            <a:spAutoFit/>
          </a:bodyPr>
          <a:lstStyle/>
          <a:p>
            <a:pPr marL="0" indent="0" algn="r">
              <a:lnSpc>
                <a:spcPts val="2700"/>
              </a:lnSpc>
              <a:buNone/>
            </a:pPr>
            <a:r>
              <a:rPr lang="en-US" sz="1800" b="1" dirty="0">
                <a:solidFill>
                  <a:srgbClr val="D6E5EF"/>
                </a:solidFill>
                <a:latin typeface="Lora" pitchFamily="34" charset="0"/>
                <a:ea typeface="Lora" pitchFamily="34" charset="-122"/>
                <a:cs typeface="Lora" pitchFamily="34" charset="-120"/>
              </a:rPr>
              <a:t>Phase 1: Design </a:t>
            </a:r>
            <a:r>
              <a:rPr lang="en-US" sz="1800" b="1" dirty="0" smtClean="0">
                <a:solidFill>
                  <a:srgbClr val="D6E5EF"/>
                </a:solidFill>
                <a:latin typeface="Lora" pitchFamily="34" charset="0"/>
                <a:ea typeface="Lora" pitchFamily="34" charset="-122"/>
                <a:cs typeface="Lora" pitchFamily="34" charset="-120"/>
              </a:rPr>
              <a:t>&amp; Planning</a:t>
            </a:r>
            <a:endParaRPr lang="en-US" sz="1800" b="1" dirty="0"/>
          </a:p>
        </p:txBody>
      </p:sp>
      <p:sp>
        <p:nvSpPr>
          <p:cNvPr id="28" name="TextBox 27">
            <a:extLst>
              <a:ext uri="{FF2B5EF4-FFF2-40B4-BE49-F238E27FC236}">
                <a16:creationId xmlns:a16="http://schemas.microsoft.com/office/drawing/2014/main" id="{7B32E1A1-7E70-8DC4-6B86-DB893C60120B}"/>
              </a:ext>
            </a:extLst>
          </p:cNvPr>
          <p:cNvSpPr txBox="1"/>
          <p:nvPr/>
        </p:nvSpPr>
        <p:spPr>
          <a:xfrm>
            <a:off x="6893590" y="2375976"/>
            <a:ext cx="3155931" cy="414857"/>
          </a:xfrm>
          <a:prstGeom prst="rect">
            <a:avLst/>
          </a:prstGeom>
          <a:noFill/>
        </p:spPr>
        <p:txBody>
          <a:bodyPr wrap="square">
            <a:spAutoFit/>
          </a:bodyPr>
          <a:lstStyle/>
          <a:p>
            <a:pPr>
              <a:lnSpc>
                <a:spcPts val="2700"/>
              </a:lnSpc>
            </a:pPr>
            <a:r>
              <a:rPr lang="en-US" b="1" dirty="0">
                <a:solidFill>
                  <a:srgbClr val="D6E5EF"/>
                </a:solidFill>
                <a:latin typeface="Lora" pitchFamily="34" charset="0"/>
                <a:ea typeface="Lora" pitchFamily="34" charset="-122"/>
                <a:cs typeface="Lora" pitchFamily="34" charset="-120"/>
              </a:rPr>
              <a:t>Phase 2: Build &amp; Deploy</a:t>
            </a:r>
            <a:endParaRPr lang="en-US" b="1" dirty="0"/>
          </a:p>
        </p:txBody>
      </p:sp>
      <p:sp>
        <p:nvSpPr>
          <p:cNvPr id="30" name="TextBox 29">
            <a:extLst>
              <a:ext uri="{FF2B5EF4-FFF2-40B4-BE49-F238E27FC236}">
                <a16:creationId xmlns:a16="http://schemas.microsoft.com/office/drawing/2014/main" id="{977075A2-EAA6-6840-9155-849BC6C767BA}"/>
              </a:ext>
            </a:extLst>
          </p:cNvPr>
          <p:cNvSpPr txBox="1"/>
          <p:nvPr/>
        </p:nvSpPr>
        <p:spPr>
          <a:xfrm>
            <a:off x="1115663" y="3070200"/>
            <a:ext cx="2998537" cy="414857"/>
          </a:xfrm>
          <a:prstGeom prst="rect">
            <a:avLst/>
          </a:prstGeom>
          <a:noFill/>
        </p:spPr>
        <p:txBody>
          <a:bodyPr wrap="square">
            <a:spAutoFit/>
          </a:bodyPr>
          <a:lstStyle/>
          <a:p>
            <a:pPr algn="r">
              <a:lnSpc>
                <a:spcPts val="2700"/>
              </a:lnSpc>
            </a:pPr>
            <a:r>
              <a:rPr lang="en-US" b="1" dirty="0">
                <a:solidFill>
                  <a:srgbClr val="D6E5EF"/>
                </a:solidFill>
                <a:latin typeface="Lora" pitchFamily="34" charset="0"/>
                <a:ea typeface="Lora" pitchFamily="34" charset="-122"/>
                <a:cs typeface="Lora" pitchFamily="34" charset="-120"/>
              </a:rPr>
              <a:t>Phase 3: Train &amp; Optimize</a:t>
            </a:r>
            <a:endParaRPr lang="en-US" b="1" dirty="0"/>
          </a:p>
        </p:txBody>
      </p:sp>
      <p:sp>
        <p:nvSpPr>
          <p:cNvPr id="32" name="TextBox 31">
            <a:extLst>
              <a:ext uri="{FF2B5EF4-FFF2-40B4-BE49-F238E27FC236}">
                <a16:creationId xmlns:a16="http://schemas.microsoft.com/office/drawing/2014/main" id="{3A6AAFD4-042E-2392-4A24-7A3500B3B80A}"/>
              </a:ext>
            </a:extLst>
          </p:cNvPr>
          <p:cNvSpPr txBox="1"/>
          <p:nvPr/>
        </p:nvSpPr>
        <p:spPr>
          <a:xfrm>
            <a:off x="6737948" y="4051724"/>
            <a:ext cx="3217120" cy="427040"/>
          </a:xfrm>
          <a:prstGeom prst="rect">
            <a:avLst/>
          </a:prstGeom>
          <a:noFill/>
        </p:spPr>
        <p:txBody>
          <a:bodyPr wrap="square">
            <a:spAutoFit/>
          </a:bodyPr>
          <a:lstStyle/>
          <a:p>
            <a:pPr>
              <a:lnSpc>
                <a:spcPts val="2700"/>
              </a:lnSpc>
            </a:pPr>
            <a:r>
              <a:rPr lang="en-US" b="1" dirty="0">
                <a:solidFill>
                  <a:srgbClr val="D6E5EF"/>
                </a:solidFill>
                <a:latin typeface="Lora" pitchFamily="34" charset="0"/>
                <a:ea typeface="Lora" pitchFamily="34" charset="-122"/>
                <a:cs typeface="Lora" pitchFamily="34" charset="-120"/>
              </a:rPr>
              <a:t>Phase 4: Grow &amp; Evolve</a:t>
            </a:r>
            <a:endParaRPr lang="en-US" b="1" dirty="0"/>
          </a:p>
        </p:txBody>
      </p:sp>
      <p:sp>
        <p:nvSpPr>
          <p:cNvPr id="34" name="TextBox 33">
            <a:extLst>
              <a:ext uri="{FF2B5EF4-FFF2-40B4-BE49-F238E27FC236}">
                <a16:creationId xmlns:a16="http://schemas.microsoft.com/office/drawing/2014/main" id="{D93C81D8-1ED4-FAD9-2FCE-F012566DE7E9}"/>
              </a:ext>
            </a:extLst>
          </p:cNvPr>
          <p:cNvSpPr txBox="1"/>
          <p:nvPr/>
        </p:nvSpPr>
        <p:spPr>
          <a:xfrm>
            <a:off x="1139902" y="1621562"/>
            <a:ext cx="4211140" cy="827021"/>
          </a:xfrm>
          <a:prstGeom prst="rect">
            <a:avLst/>
          </a:prstGeom>
          <a:noFill/>
        </p:spPr>
        <p:txBody>
          <a:bodyPr wrap="square">
            <a:spAutoFit/>
          </a:bodyPr>
          <a:lstStyle/>
          <a:p>
            <a:pPr marL="0" indent="0" algn="ctr">
              <a:lnSpc>
                <a:spcPts val="2950"/>
              </a:lnSpc>
              <a:buNone/>
            </a:pPr>
            <a:r>
              <a:rPr lang="en-US" sz="1600" dirty="0">
                <a:solidFill>
                  <a:srgbClr val="D6E5EF"/>
                </a:solidFill>
                <a:latin typeface="Source Sans 3" pitchFamily="34" charset="0"/>
                <a:ea typeface="Source Sans 3" pitchFamily="34" charset="-122"/>
                <a:cs typeface="Source Sans 3" pitchFamily="34" charset="-120"/>
              </a:rPr>
              <a:t>We assess your needs and design a website tailored to Nastro Bliss operations.</a:t>
            </a:r>
            <a:endParaRPr lang="en-US" sz="1600" dirty="0"/>
          </a:p>
        </p:txBody>
      </p:sp>
      <p:sp>
        <p:nvSpPr>
          <p:cNvPr id="36" name="TextBox 35">
            <a:extLst>
              <a:ext uri="{FF2B5EF4-FFF2-40B4-BE49-F238E27FC236}">
                <a16:creationId xmlns:a16="http://schemas.microsoft.com/office/drawing/2014/main" id="{AA8097A3-18EB-1533-8CD9-59A331EB8DEA}"/>
              </a:ext>
            </a:extLst>
          </p:cNvPr>
          <p:cNvSpPr txBox="1"/>
          <p:nvPr/>
        </p:nvSpPr>
        <p:spPr>
          <a:xfrm>
            <a:off x="6893590" y="2652716"/>
            <a:ext cx="4162542" cy="820225"/>
          </a:xfrm>
          <a:prstGeom prst="rect">
            <a:avLst/>
          </a:prstGeom>
          <a:noFill/>
        </p:spPr>
        <p:txBody>
          <a:bodyPr wrap="square">
            <a:spAutoFit/>
          </a:bodyPr>
          <a:lstStyle/>
          <a:p>
            <a:pPr>
              <a:lnSpc>
                <a:spcPts val="2950"/>
              </a:lnSpc>
            </a:pPr>
            <a:r>
              <a:rPr lang="en-US" sz="1600" dirty="0">
                <a:solidFill>
                  <a:srgbClr val="D6E5EF"/>
                </a:solidFill>
                <a:latin typeface="Source Sans 3" pitchFamily="34" charset="0"/>
                <a:ea typeface="Source Sans 3" pitchFamily="34" charset="-122"/>
                <a:cs typeface="Source Sans 3" pitchFamily="34" charset="-120"/>
              </a:rPr>
              <a:t>Website launches on AWS with booking and ordering capabilities fully operational.</a:t>
            </a:r>
            <a:endParaRPr lang="en-US" sz="1600" dirty="0"/>
          </a:p>
        </p:txBody>
      </p:sp>
      <p:sp>
        <p:nvSpPr>
          <p:cNvPr id="38" name="TextBox 37">
            <a:extLst>
              <a:ext uri="{FF2B5EF4-FFF2-40B4-BE49-F238E27FC236}">
                <a16:creationId xmlns:a16="http://schemas.microsoft.com/office/drawing/2014/main" id="{F45BA886-3780-9B11-2BF9-4ADE5DD2ACC6}"/>
              </a:ext>
            </a:extLst>
          </p:cNvPr>
          <p:cNvSpPr txBox="1"/>
          <p:nvPr/>
        </p:nvSpPr>
        <p:spPr>
          <a:xfrm>
            <a:off x="176202" y="3489743"/>
            <a:ext cx="5302769" cy="827021"/>
          </a:xfrm>
          <a:prstGeom prst="rect">
            <a:avLst/>
          </a:prstGeom>
          <a:noFill/>
        </p:spPr>
        <p:txBody>
          <a:bodyPr wrap="square">
            <a:spAutoFit/>
          </a:bodyPr>
          <a:lstStyle/>
          <a:p>
            <a:pPr algn="ctr">
              <a:lnSpc>
                <a:spcPts val="2950"/>
              </a:lnSpc>
            </a:pPr>
            <a:r>
              <a:rPr lang="en-US" sz="1600" dirty="0">
                <a:solidFill>
                  <a:srgbClr val="D6E5EF"/>
                </a:solidFill>
                <a:latin typeface="Source Sans 3" pitchFamily="34" charset="0"/>
                <a:ea typeface="Source Sans 3" pitchFamily="34" charset="-122"/>
                <a:cs typeface="Source Sans 3" pitchFamily="34" charset="-120"/>
              </a:rPr>
              <a:t>Your team learns to manage the system. We monitor and optimize for peak performance.</a:t>
            </a:r>
            <a:endParaRPr lang="en-US" sz="1600" dirty="0"/>
          </a:p>
        </p:txBody>
      </p:sp>
      <p:sp>
        <p:nvSpPr>
          <p:cNvPr id="40" name="TextBox 39">
            <a:extLst>
              <a:ext uri="{FF2B5EF4-FFF2-40B4-BE49-F238E27FC236}">
                <a16:creationId xmlns:a16="http://schemas.microsoft.com/office/drawing/2014/main" id="{C8B42E05-9F21-A013-AE7C-52E1BF6BCF5D}"/>
              </a:ext>
            </a:extLst>
          </p:cNvPr>
          <p:cNvSpPr txBox="1"/>
          <p:nvPr/>
        </p:nvSpPr>
        <p:spPr>
          <a:xfrm>
            <a:off x="6177889" y="4497451"/>
            <a:ext cx="5191121" cy="820225"/>
          </a:xfrm>
          <a:prstGeom prst="rect">
            <a:avLst/>
          </a:prstGeom>
          <a:noFill/>
        </p:spPr>
        <p:txBody>
          <a:bodyPr wrap="square">
            <a:spAutoFit/>
          </a:bodyPr>
          <a:lstStyle/>
          <a:p>
            <a:pPr>
              <a:lnSpc>
                <a:spcPts val="2950"/>
              </a:lnSpc>
            </a:pPr>
            <a:r>
              <a:rPr lang="en-US" sz="1600" dirty="0">
                <a:solidFill>
                  <a:srgbClr val="D6E5EF"/>
                </a:solidFill>
                <a:latin typeface="Source Sans 3" pitchFamily="34" charset="0"/>
                <a:ea typeface="Source Sans 3" pitchFamily="34" charset="-122"/>
                <a:cs typeface="Source Sans 3" pitchFamily="34" charset="-120"/>
              </a:rPr>
              <a:t>As business grows, add features like online payments, loyalty programs, and mobile app integration.</a:t>
            </a:r>
            <a:endParaRPr lang="en-US" sz="1600" dirty="0"/>
          </a:p>
        </p:txBody>
      </p:sp>
    </p:spTree>
    <p:extLst>
      <p:ext uri="{BB962C8B-B14F-4D97-AF65-F5344CB8AC3E}">
        <p14:creationId xmlns:p14="http://schemas.microsoft.com/office/powerpoint/2010/main" val="17700145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erson pointing at a rainbow&#10;&#10;AI-generated content may be incorrect.">
            <a:extLst>
              <a:ext uri="{FF2B5EF4-FFF2-40B4-BE49-F238E27FC236}">
                <a16:creationId xmlns:a16="http://schemas.microsoft.com/office/drawing/2014/main" id="{E639F1A9-B5B4-75B8-9FB7-11F940D832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2492375"/>
          </a:xfrm>
          <a:prstGeom prst="rect">
            <a:avLst/>
          </a:prstGeom>
        </p:spPr>
      </p:pic>
      <p:sp>
        <p:nvSpPr>
          <p:cNvPr id="7" name="Text 0">
            <a:extLst>
              <a:ext uri="{FF2B5EF4-FFF2-40B4-BE49-F238E27FC236}">
                <a16:creationId xmlns:a16="http://schemas.microsoft.com/office/drawing/2014/main" id="{F023F55E-3686-EDC9-A1A1-2671F53914C9}"/>
              </a:ext>
            </a:extLst>
          </p:cNvPr>
          <p:cNvSpPr/>
          <p:nvPr/>
        </p:nvSpPr>
        <p:spPr>
          <a:xfrm>
            <a:off x="463510" y="2365219"/>
            <a:ext cx="11264979" cy="1408033"/>
          </a:xfrm>
          <a:prstGeom prst="rect">
            <a:avLst/>
          </a:prstGeom>
          <a:noFill/>
          <a:ln/>
        </p:spPr>
        <p:txBody>
          <a:bodyPr wrap="none" lIns="0" tIns="0" rIns="0" bIns="0" rtlCol="0" anchor="t"/>
          <a:lstStyle/>
          <a:p>
            <a:pPr marL="0" indent="0" algn="l">
              <a:lnSpc>
                <a:spcPts val="11050"/>
              </a:lnSpc>
              <a:buNone/>
            </a:pPr>
            <a:r>
              <a:rPr lang="en-US" sz="4400" dirty="0">
                <a:solidFill>
                  <a:srgbClr val="F98AC7"/>
                </a:solidFill>
                <a:latin typeface="Lora" pitchFamily="34" charset="0"/>
                <a:ea typeface="Lora" pitchFamily="34" charset="-122"/>
                <a:cs typeface="Lora" pitchFamily="34" charset="-120"/>
              </a:rPr>
              <a:t>Transform Today</a:t>
            </a:r>
            <a:endParaRPr lang="en-US" sz="4400" dirty="0"/>
          </a:p>
        </p:txBody>
      </p:sp>
      <p:sp>
        <p:nvSpPr>
          <p:cNvPr id="8" name="Text 1">
            <a:extLst>
              <a:ext uri="{FF2B5EF4-FFF2-40B4-BE49-F238E27FC236}">
                <a16:creationId xmlns:a16="http://schemas.microsoft.com/office/drawing/2014/main" id="{65A954DC-FDD0-1F8A-6725-07D84FCF4C12}"/>
              </a:ext>
            </a:extLst>
          </p:cNvPr>
          <p:cNvSpPr/>
          <p:nvPr/>
        </p:nvSpPr>
        <p:spPr>
          <a:xfrm>
            <a:off x="463510" y="3773252"/>
            <a:ext cx="11111469" cy="766048"/>
          </a:xfrm>
          <a:prstGeom prst="rect">
            <a:avLst/>
          </a:prstGeom>
          <a:noFill/>
          <a:ln/>
        </p:spPr>
        <p:txBody>
          <a:bodyPr wrap="square" lIns="0" tIns="0" rIns="0" bIns="0" rtlCol="0" anchor="t"/>
          <a:lstStyle/>
          <a:p>
            <a:pPr marL="0" indent="0" algn="l">
              <a:lnSpc>
                <a:spcPts val="3000"/>
              </a:lnSpc>
              <a:buNone/>
            </a:pPr>
            <a:r>
              <a:rPr lang="en-US" sz="1600" dirty="0">
                <a:solidFill>
                  <a:srgbClr val="D6E5EF"/>
                </a:solidFill>
                <a:latin typeface="Source Sans 3" pitchFamily="34" charset="0"/>
                <a:ea typeface="Source Sans 3" pitchFamily="34" charset="-122"/>
                <a:cs typeface="Source Sans 3" pitchFamily="34" charset="-120"/>
              </a:rPr>
              <a:t>Nastro Bliss is ready to streamline operations, delight customers, and unlock new revenue. AWS provides the reliable, affordable foundation to make it happen.</a:t>
            </a:r>
            <a:endParaRPr lang="en-US" sz="1600" dirty="0"/>
          </a:p>
        </p:txBody>
      </p:sp>
      <p:sp>
        <p:nvSpPr>
          <p:cNvPr id="9" name="Shape 2">
            <a:extLst>
              <a:ext uri="{FF2B5EF4-FFF2-40B4-BE49-F238E27FC236}">
                <a16:creationId xmlns:a16="http://schemas.microsoft.com/office/drawing/2014/main" id="{FAC60531-B7D4-4297-D6FF-09DDC9DB5EB0}"/>
              </a:ext>
            </a:extLst>
          </p:cNvPr>
          <p:cNvSpPr/>
          <p:nvPr/>
        </p:nvSpPr>
        <p:spPr>
          <a:xfrm>
            <a:off x="463510" y="5531371"/>
            <a:ext cx="10460540" cy="607100"/>
          </a:xfrm>
          <a:prstGeom prst="roundRect">
            <a:avLst>
              <a:gd name="adj" fmla="val 3530"/>
            </a:avLst>
          </a:prstGeom>
          <a:solidFill>
            <a:srgbClr val="49042A"/>
          </a:solidFill>
          <a:ln/>
        </p:spPr>
        <p:txBody>
          <a:bodyPr/>
          <a:lstStyle/>
          <a:p>
            <a:pPr>
              <a:lnSpc>
                <a:spcPts val="3000"/>
              </a:lnSpc>
            </a:pPr>
            <a:r>
              <a:rPr lang="en-US" sz="1400" b="1" dirty="0">
                <a:solidFill>
                  <a:srgbClr val="FFFFFF"/>
                </a:solidFill>
                <a:latin typeface="Source Sans 3" pitchFamily="34" charset="0"/>
                <a:ea typeface="Source Sans 3" pitchFamily="34" charset="-122"/>
                <a:cs typeface="Source Sans 3" pitchFamily="34" charset="-120"/>
              </a:rPr>
              <a:t>            </a:t>
            </a:r>
            <a:r>
              <a:rPr lang="en-US" sz="1400" b="1" i="1" dirty="0">
                <a:solidFill>
                  <a:srgbClr val="FFFFFF"/>
                </a:solidFill>
                <a:latin typeface="Source Sans 3" pitchFamily="34" charset="0"/>
                <a:ea typeface="Source Sans 3" pitchFamily="34" charset="-122"/>
                <a:cs typeface="Source Sans 3" pitchFamily="34" charset="-120"/>
              </a:rPr>
              <a:t>Next Step</a:t>
            </a:r>
            <a:r>
              <a:rPr lang="en-US" sz="1400" b="1" dirty="0">
                <a:solidFill>
                  <a:srgbClr val="FFFFFF"/>
                </a:solidFill>
                <a:latin typeface="Source Sans 3" pitchFamily="34" charset="0"/>
                <a:ea typeface="Source Sans 3" pitchFamily="34" charset="-122"/>
                <a:cs typeface="Source Sans 3" pitchFamily="34" charset="-120"/>
              </a:rPr>
              <a:t>:</a:t>
            </a:r>
            <a:r>
              <a:rPr lang="en-US" sz="1400" dirty="0">
                <a:solidFill>
                  <a:srgbClr val="FFFFFF"/>
                </a:solidFill>
                <a:latin typeface="Source Sans 3" pitchFamily="34" charset="0"/>
                <a:ea typeface="Source Sans 3" pitchFamily="34" charset="-122"/>
                <a:cs typeface="Source Sans 3" pitchFamily="34" charset="-120"/>
              </a:rPr>
              <a:t> Schedule a consultation to discuss your specific needs and get a custom implementation timeline and quote.</a:t>
            </a:r>
            <a:endParaRPr lang="en-US" sz="1400" dirty="0"/>
          </a:p>
        </p:txBody>
      </p:sp>
      <p:pic>
        <p:nvPicPr>
          <p:cNvPr id="10" name="Image 1" descr="preencoded.png">
            <a:extLst>
              <a:ext uri="{FF2B5EF4-FFF2-40B4-BE49-F238E27FC236}">
                <a16:creationId xmlns:a16="http://schemas.microsoft.com/office/drawing/2014/main" id="{7ABF9087-03DE-9D19-EF1F-127E6E80D793}"/>
              </a:ext>
            </a:extLst>
          </p:cNvPr>
          <p:cNvPicPr>
            <a:picLocks noChangeAspect="1"/>
          </p:cNvPicPr>
          <p:nvPr/>
        </p:nvPicPr>
        <p:blipFill>
          <a:blip r:embed="rId4"/>
          <a:stretch>
            <a:fillRect/>
          </a:stretch>
        </p:blipFill>
        <p:spPr>
          <a:xfrm>
            <a:off x="642323" y="5700519"/>
            <a:ext cx="299204" cy="239316"/>
          </a:xfrm>
          <a:prstGeom prst="rect">
            <a:avLst/>
          </a:prstGeom>
        </p:spPr>
      </p:pic>
    </p:spTree>
    <p:extLst>
      <p:ext uri="{BB962C8B-B14F-4D97-AF65-F5344CB8AC3E}">
        <p14:creationId xmlns:p14="http://schemas.microsoft.com/office/powerpoint/2010/main" val="10892541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TM04033937[[fn=Vapor Trail]]</Template>
  <TotalTime>293</TotalTime>
  <Words>666</Words>
  <Application>Microsoft Office PowerPoint</Application>
  <PresentationFormat>Widescreen</PresentationFormat>
  <Paragraphs>82</Paragraphs>
  <Slides>12</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Aptos Display</vt:lpstr>
      <vt:lpstr>Arial</vt:lpstr>
      <vt:lpstr>Lora</vt:lpstr>
      <vt:lpstr>Source Sans 3</vt:lpstr>
      <vt:lpstr>Office Theme</vt:lpstr>
      <vt:lpstr>Nastro Bliss: Transforming Your Restaurant with AWS</vt:lpstr>
      <vt:lpstr>Restaurant Overview</vt:lpstr>
      <vt:lpstr>Current Operational Challenges</vt:lpstr>
      <vt:lpstr>The Business Impact</vt:lpstr>
      <vt:lpstr>The Solution: A Static Website on AWS</vt:lpstr>
      <vt:lpstr>Why AWS? Built for Small Business Growth</vt:lpstr>
      <vt:lpstr>Key Benefits of Migration to AWS</vt:lpstr>
      <vt:lpstr>AWS Services/Architecture </vt:lpstr>
      <vt:lpstr>AWS Cost Analysis</vt:lpstr>
      <vt:lpstr>Security &amp; Peace of Mind</vt:lpstr>
      <vt:lpstr>Your Path Forward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Nastro Bliss: Transforming Your Restaurant with AWS</dc:title>
  <dc:creator>Gift Dhlamini</dc:creator>
  <cp:lastModifiedBy>Student</cp:lastModifiedBy>
  <cp:revision>6</cp:revision>
  <dcterms:created xsi:type="dcterms:W3CDTF">2025-11-10T19:00:31Z</dcterms:created>
  <dcterms:modified xsi:type="dcterms:W3CDTF">2025-11-12T07:19:37Z</dcterms:modified>
</cp:coreProperties>
</file>